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3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96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00D-4079-45A7-ABC6-4FE1F90A794F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8589E-5598-4556-832A-03B95AB25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989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00D-4079-45A7-ABC6-4FE1F90A794F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8589E-5598-4556-832A-03B95AB25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169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00D-4079-45A7-ABC6-4FE1F90A794F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8589E-5598-4556-832A-03B95AB25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877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00D-4079-45A7-ABC6-4FE1F90A794F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8589E-5598-4556-832A-03B95AB25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856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00D-4079-45A7-ABC6-4FE1F90A794F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8589E-5598-4556-832A-03B95AB25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523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00D-4079-45A7-ABC6-4FE1F90A794F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8589E-5598-4556-832A-03B95AB25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167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00D-4079-45A7-ABC6-4FE1F90A794F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8589E-5598-4556-832A-03B95AB25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892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00D-4079-45A7-ABC6-4FE1F90A794F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8589E-5598-4556-832A-03B95AB25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094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00D-4079-45A7-ABC6-4FE1F90A794F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8589E-5598-4556-832A-03B95AB25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652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00D-4079-45A7-ABC6-4FE1F90A794F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8589E-5598-4556-832A-03B95AB25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459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00D-4079-45A7-ABC6-4FE1F90A794F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8589E-5598-4556-832A-03B95AB25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07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9300D-4079-45A7-ABC6-4FE1F90A794F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68589E-5598-4556-832A-03B95AB25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367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3396482" y="552551"/>
            <a:ext cx="5694969" cy="5838371"/>
            <a:chOff x="3396482" y="552551"/>
            <a:chExt cx="5694969" cy="5838371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63728" y="552551"/>
              <a:ext cx="1370195" cy="1078394"/>
            </a:xfrm>
            <a:prstGeom prst="rect">
              <a:avLst/>
            </a:prstGeom>
          </p:spPr>
        </p:pic>
        <p:sp>
          <p:nvSpPr>
            <p:cNvPr id="4" name="Curved Right Arrow 3"/>
            <p:cNvSpPr/>
            <p:nvPr/>
          </p:nvSpPr>
          <p:spPr>
            <a:xfrm>
              <a:off x="3396482" y="1237814"/>
              <a:ext cx="1702676" cy="3712779"/>
            </a:xfrm>
            <a:prstGeom prst="curvedRightArrow">
              <a:avLst/>
            </a:prstGeom>
            <a:solidFill>
              <a:srgbClr val="00B388"/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1. Event subscriptions</a:t>
              </a:r>
            </a:p>
          </p:txBody>
        </p:sp>
        <p:sp>
          <p:nvSpPr>
            <p:cNvPr id="7" name="Curved Up Arrow 6"/>
            <p:cNvSpPr/>
            <p:nvPr/>
          </p:nvSpPr>
          <p:spPr>
            <a:xfrm rot="16200000">
              <a:off x="6440722" y="2177763"/>
              <a:ext cx="3672354" cy="1629104"/>
            </a:xfrm>
            <a:prstGeom prst="curvedUpArrow">
              <a:avLst/>
            </a:prstGeom>
            <a:solidFill>
              <a:srgbClr val="00B388"/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2. Events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960800" y="5467592"/>
              <a:ext cx="2659200" cy="92333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dirty="0"/>
                <a:t>Managed node</a:t>
              </a:r>
              <a:br>
                <a:rPr lang="en-US" dirty="0"/>
              </a:br>
              <a:r>
                <a:rPr lang="en-US" dirty="0"/>
                <a:t>(iLO 4/5,6,7… Superdome Flex RMC…)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099158" y="1525179"/>
              <a:ext cx="2372056" cy="64633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dirty="0"/>
                <a:t>Event Receiver / Management Console</a:t>
              </a:r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21" t="9850" r="912" b="1261"/>
            <a:stretch/>
          </p:blipFill>
          <p:spPr>
            <a:xfrm>
              <a:off x="5863129" y="729069"/>
              <a:ext cx="895023" cy="539894"/>
            </a:xfrm>
            <a:prstGeom prst="rect">
              <a:avLst/>
            </a:prstGeom>
            <a:ln>
              <a:solidFill>
                <a:srgbClr val="00B0F0"/>
              </a:solidFill>
            </a:ln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40575" y="3406480"/>
              <a:ext cx="414658" cy="292196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53653" y="3125814"/>
              <a:ext cx="414658" cy="292196"/>
            </a:xfrm>
            <a:prstGeom prst="rect">
              <a:avLst/>
            </a:prstGeom>
          </p:spPr>
        </p:pic>
      </p:grpSp>
      <p:pic>
        <p:nvPicPr>
          <p:cNvPr id="13" name="Picture 12" descr="C:\Users\machadan\OneDrive - Hewlett Packard Enterprise\ALL BRANDING\HPE_ICONS_Marketing\Servers.png"/>
          <p:cNvPicPr/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21" t="17514" r="18023" b="18971"/>
          <a:stretch/>
        </p:blipFill>
        <p:spPr bwMode="auto">
          <a:xfrm>
            <a:off x="5293894" y="4247147"/>
            <a:ext cx="806116" cy="926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 descr="C:\Users\machadan\OneDrive - Hewlett Packard Enterprise\ALL BRANDING\HPE_ICONS_Marketing\Storage.png"/>
          <p:cNvPicPr/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89" t="19320" r="17980" b="18789"/>
          <a:stretch/>
        </p:blipFill>
        <p:spPr bwMode="auto">
          <a:xfrm>
            <a:off x="6373141" y="4380080"/>
            <a:ext cx="770022" cy="673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450" t="19889" r="19255" b="19081"/>
          <a:stretch/>
        </p:blipFill>
        <p:spPr>
          <a:xfrm>
            <a:off x="5990085" y="5053849"/>
            <a:ext cx="492981" cy="47532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142190" y="4087906"/>
            <a:ext cx="2233698" cy="146767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3187337" y="552551"/>
            <a:ext cx="6104709" cy="583837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815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23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Hewlett 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Donze, Francois</dc:creator>
  <cp:lastModifiedBy>Donze, Francois</cp:lastModifiedBy>
  <cp:revision>30</cp:revision>
  <dcterms:created xsi:type="dcterms:W3CDTF">2016-09-21T06:59:04Z</dcterms:created>
  <dcterms:modified xsi:type="dcterms:W3CDTF">2025-10-08T13:09:47Z</dcterms:modified>
</cp:coreProperties>
</file>