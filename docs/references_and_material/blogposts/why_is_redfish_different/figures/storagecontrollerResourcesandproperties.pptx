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93" r:id="rId2"/>
    <p:sldId id="294" r:id="rId3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5CB86C4-1AD9-4D56-A689-AEC7780B6B9A}">
          <p14:sldIdLst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4" orient="horz" pos="3840" userDrawn="1">
          <p15:clr>
            <a:srgbClr val="A4A3A4"/>
          </p15:clr>
        </p15:guide>
        <p15:guide id="5" pos="3864" userDrawn="1">
          <p15:clr>
            <a:srgbClr val="A4A3A4"/>
          </p15:clr>
        </p15:guide>
        <p15:guide id="7" pos="7287" userDrawn="1">
          <p15:clr>
            <a:srgbClr val="A4A3A4"/>
          </p15:clr>
        </p15:guide>
        <p15:guide id="8" orient="horz" pos="958" userDrawn="1">
          <p15:clr>
            <a:srgbClr val="A4A3A4"/>
          </p15:clr>
        </p15:guide>
        <p15:guide id="9" orient="horz" pos="104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na Seo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Ref idx="1">
          <a:schemeClr val="dk1">
            <a:tint val="80000"/>
          </a:schemeClr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81881" autoAdjust="0"/>
  </p:normalViewPr>
  <p:slideViewPr>
    <p:cSldViewPr snapToGrid="0">
      <p:cViewPr varScale="1">
        <p:scale>
          <a:sx n="111" d="100"/>
          <a:sy n="111" d="100"/>
        </p:scale>
        <p:origin x="930" y="96"/>
      </p:cViewPr>
      <p:guideLst>
        <p:guide orient="horz" pos="2183"/>
        <p:guide orient="horz" pos="3840"/>
        <p:guide pos="3864"/>
        <p:guide pos="7287"/>
        <p:guide orient="horz" pos="958"/>
        <p:guide orient="horz" pos="10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276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latin typeface="MetricHPE" panose="020B0503030202060203" pitchFamily="34" charset="-1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61830-C416-483F-955E-54203C65B711}" type="datetimeFigureOut">
              <a:rPr lang="en-US">
                <a:latin typeface="MetricHPE" panose="020B0503030202060203" pitchFamily="34" charset="-18"/>
              </a:rPr>
              <a:t>1/8/2024</a:t>
            </a:fld>
            <a:endParaRPr dirty="0">
              <a:latin typeface="MetricHPE" panose="020B0503030202060203" pitchFamily="34" charset="-1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latin typeface="MetricHPE" panose="020B0503030202060203" pitchFamily="34" charset="-1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31B20-3646-4475-8BC4-560CAF715D08}" type="slidenum">
              <a:rPr>
                <a:latin typeface="MetricHPE" panose="020B0503030202060203" pitchFamily="34" charset="-18"/>
              </a:rPr>
              <a:t>‹#›</a:t>
            </a:fld>
            <a:endParaRPr dirty="0">
              <a:latin typeface="MetricHPE" panose="020B0503030202060203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8292446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81000"/>
            <a:ext cx="4572001" cy="2573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124200"/>
            <a:ext cx="60960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1000" y="8686800"/>
            <a:ext cx="4876800" cy="227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latin typeface="MetricHPE" panose="020B0503030202060203" pitchFamily="34" charset="-18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686800"/>
            <a:ext cx="609600" cy="227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latin typeface="MetricHPE" panose="020B0503030202060203" pitchFamily="34" charset="-18"/>
              </a:defRPr>
            </a:lvl1pPr>
          </a:lstStyle>
          <a:p>
            <a:fld id="{5BFEAE42-E3FE-4405-B7FC-4425D05B92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1ABBFA18-F005-4413-AD3D-C41E73AAEA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45720" indent="-36576" algn="l" defTabSz="914400" rtl="0" eaLnBrk="1" latinLnBrk="0" hangingPunct="1">
      <a:spcBef>
        <a:spcPts val="600"/>
      </a:spcBef>
      <a:buSzPct val="25000"/>
      <a:buFont typeface="" panose="020B0303030202060203" pitchFamily="34" charset="0"/>
      <a:buChar char=" "/>
      <a:defRPr sz="1100" kern="1200">
        <a:solidFill>
          <a:schemeClr val="tx1"/>
        </a:solidFill>
        <a:latin typeface="MetricHPE" panose="020B0503030202060203" pitchFamily="34" charset="-18"/>
        <a:ea typeface="+mn-ea"/>
        <a:cs typeface="+mn-cs"/>
      </a:defRPr>
    </a:lvl1pPr>
    <a:lvl2pPr marL="228600" indent="-137160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1050" kern="1200">
        <a:solidFill>
          <a:schemeClr val="tx1"/>
        </a:solidFill>
        <a:latin typeface="MetricHPE" panose="020B0503030202060203" pitchFamily="34" charset="-18"/>
        <a:ea typeface="+mn-ea"/>
        <a:cs typeface="+mn-cs"/>
      </a:defRPr>
    </a:lvl2pPr>
    <a:lvl3pPr marL="365760" indent="-109728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1000" kern="1200">
        <a:solidFill>
          <a:schemeClr val="tx1"/>
        </a:solidFill>
        <a:latin typeface="MetricHPE" panose="020B0503030202060203" pitchFamily="34" charset="-18"/>
        <a:ea typeface="+mn-ea"/>
        <a:cs typeface="+mn-cs"/>
      </a:defRPr>
    </a:lvl3pPr>
    <a:lvl4pPr marL="548640" indent="-109728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900" kern="1200">
        <a:solidFill>
          <a:schemeClr val="tx1"/>
        </a:solidFill>
        <a:latin typeface="MetricHPE" panose="020B0503030202060203" pitchFamily="34" charset="-18"/>
        <a:ea typeface="+mn-ea"/>
        <a:cs typeface="+mn-cs"/>
      </a:defRPr>
    </a:lvl4pPr>
    <a:lvl5pPr marL="731520" indent="-109728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800" kern="1200">
        <a:solidFill>
          <a:schemeClr val="tx1"/>
        </a:solidFill>
        <a:latin typeface="MetricHPE" panose="020B0503030202060203" pitchFamily="34" charset="-18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PLDM for RDE is a standard from the Distributed Management Task Force. This standard allows Redfish clients to receive H-T-T-P responses from R-D-E capable devices. In a nutshell, the Redfish clients sends an H-T-T-P request to the Redfish service of the managed server. The request is translated and forwarded to the device which answers it. When this dialog is complete, the B-M-C sends back the response to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70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PLDM for RDE is a standard from the Distributed Management Task Force. This standard allows Redfish clients to receive H-T-T-P responses from R-D-E capable devices. In a nutshell, the Redfish clients sends an H-T-T-P request to the Redfish service of the managed server. The request is translated and forwarded to the device which answers it. When this dialog is complete, the B-M-C sends back the response to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021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"/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290747" y="4577983"/>
            <a:ext cx="5489578" cy="339214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22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16" name="Subtitle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290747" y="4133088"/>
            <a:ext cx="8229600" cy="438912"/>
          </a:xfr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8" name="Bar"/>
          <p:cNvSpPr/>
          <p:nvPr userDrawn="1">
            <p:custDataLst>
              <p:tags r:id="rId3"/>
            </p:custDataLst>
          </p:nvPr>
        </p:nvSpPr>
        <p:spPr>
          <a:xfrm>
            <a:off x="379647" y="3890957"/>
            <a:ext cx="530283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5" name="Title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90747" y="1869197"/>
            <a:ext cx="11423555" cy="1905000"/>
          </a:xfrm>
        </p:spPr>
        <p:txBody>
          <a:bodyPr lIns="91440" tIns="91440" rIns="91440" bIns="91440" anchor="b"/>
          <a:lstStyle>
            <a:lvl1pPr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grpSp>
        <p:nvGrpSpPr>
          <p:cNvPr id="13" name="Logo">
            <a:extLst>
              <a:ext uri="{FF2B5EF4-FFF2-40B4-BE49-F238E27FC236}">
                <a16:creationId xmlns:a16="http://schemas.microsoft.com/office/drawing/2014/main" id="{C7CA71CE-C053-471F-9DCA-CD481E01A6E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3523" y="381956"/>
            <a:ext cx="2218745" cy="893759"/>
            <a:chOff x="393523" y="381956"/>
            <a:chExt cx="2218745" cy="893759"/>
          </a:xfrm>
        </p:grpSpPr>
        <p:sp>
          <p:nvSpPr>
            <p:cNvPr id="14" name="Element">
              <a:extLst>
                <a:ext uri="{FF2B5EF4-FFF2-40B4-BE49-F238E27FC236}">
                  <a16:creationId xmlns:a16="http://schemas.microsoft.com/office/drawing/2014/main" id="{E3099459-FF93-42DF-AF0B-9F971EEC0212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93523" y="381956"/>
              <a:ext cx="759854" cy="211008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1A9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etricHPE Black" panose="020B0A03030202060203" pitchFamily="34" charset="0"/>
              </a:endParaRPr>
            </a:p>
          </p:txBody>
        </p:sp>
        <p:sp>
          <p:nvSpPr>
            <p:cNvPr id="20" name="Wordmark">
              <a:extLst>
                <a:ext uri="{FF2B5EF4-FFF2-40B4-BE49-F238E27FC236}">
                  <a16:creationId xmlns:a16="http://schemas.microsoft.com/office/drawing/2014/main" id="{75AF4DC2-08D7-4947-BE56-AB476704954E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93523" y="730052"/>
              <a:ext cx="2218745" cy="545663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etricHPE Black" panose="020B0A0303020206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955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Dark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84397" y="4577983"/>
            <a:ext cx="5489578" cy="339214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2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16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284397" y="4133088"/>
            <a:ext cx="8229600" cy="438912"/>
          </a:xfr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8" name="Bar"/>
          <p:cNvSpPr/>
          <p:nvPr userDrawn="1"/>
        </p:nvSpPr>
        <p:spPr>
          <a:xfrm>
            <a:off x="379647" y="3890957"/>
            <a:ext cx="530283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5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284397" y="1869197"/>
            <a:ext cx="11423555" cy="1905000"/>
          </a:xfrm>
        </p:spPr>
        <p:txBody>
          <a:bodyPr lIns="91440" tIns="91440" rIns="91440" bIns="91440" anchor="b"/>
          <a:lstStyle>
            <a:lvl1pPr>
              <a:lnSpc>
                <a:spcPct val="8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DD0DBAFB-7047-4B08-B7ED-CB050B7FBB50}"/>
              </a:ext>
            </a:extLst>
          </p:cNvPr>
          <p:cNvSpPr>
            <a:spLocks noGrp="1"/>
          </p:cNvSpPr>
          <p:nvPr userDrawn="1">
            <p:ph type="ftr" sz="quarter" idx="14"/>
          </p:nvPr>
        </p:nvSpPr>
        <p:spPr>
          <a:xfrm>
            <a:off x="4374720" y="6129337"/>
            <a:ext cx="7481160" cy="4115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Confidential | Authorized </a:t>
            </a:r>
          </a:p>
        </p:txBody>
      </p:sp>
      <p:grpSp>
        <p:nvGrpSpPr>
          <p:cNvPr id="10" name="Logo">
            <a:extLst>
              <a:ext uri="{FF2B5EF4-FFF2-40B4-BE49-F238E27FC236}">
                <a16:creationId xmlns:a16="http://schemas.microsoft.com/office/drawing/2014/main" id="{A3C61050-E60B-4FC2-8361-B75DC38392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3523" y="381956"/>
            <a:ext cx="2218745" cy="893759"/>
            <a:chOff x="393523" y="381956"/>
            <a:chExt cx="2218745" cy="893759"/>
          </a:xfrm>
        </p:grpSpPr>
        <p:sp>
          <p:nvSpPr>
            <p:cNvPr id="13" name="Element"/>
            <p:cNvSpPr>
              <a:spLocks noEditPoints="1"/>
            </p:cNvSpPr>
            <p:nvPr/>
          </p:nvSpPr>
          <p:spPr bwMode="auto">
            <a:xfrm>
              <a:off x="393523" y="381956"/>
              <a:ext cx="759854" cy="211008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1A9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etricHPE Black" panose="020B0A03030202060203" pitchFamily="34" charset="0"/>
              </a:endParaRPr>
            </a:p>
          </p:txBody>
        </p:sp>
        <p:sp>
          <p:nvSpPr>
            <p:cNvPr id="14" name="Wordmark"/>
            <p:cNvSpPr>
              <a:spLocks noEditPoints="1"/>
            </p:cNvSpPr>
            <p:nvPr/>
          </p:nvSpPr>
          <p:spPr bwMode="auto">
            <a:xfrm>
              <a:off x="393523" y="730052"/>
              <a:ext cx="2218745" cy="545663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etricHPE Black" panose="020B0A0303020206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319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r">
            <a:extLst>
              <a:ext uri="{FF2B5EF4-FFF2-40B4-BE49-F238E27FC236}">
                <a16:creationId xmlns:a16="http://schemas.microsoft.com/office/drawing/2014/main" id="{59513FE3-337B-42EA-8F5D-B1D6CDD0F4A0}"/>
              </a:ext>
            </a:extLst>
          </p:cNvPr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5049E51-8DF9-4218-921D-C0819990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FAAB4F0-B0A9-4671-AB48-BA9B5FA97F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3999" y="5371526"/>
            <a:ext cx="11365200" cy="630000"/>
          </a:xfrm>
          <a:ln>
            <a:solidFill>
              <a:srgbClr val="C6C9CA"/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D4849EE3-6EC2-479A-93E8-35E49B7D79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3999" y="4511467"/>
            <a:ext cx="11365200" cy="630000"/>
          </a:xfrm>
          <a:ln>
            <a:solidFill>
              <a:srgbClr val="C6C9CA"/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BC743F-9EA3-4934-A5D5-4DB56D605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3999" y="3651406"/>
            <a:ext cx="11365200" cy="630000"/>
          </a:xfrm>
          <a:ln>
            <a:solidFill>
              <a:srgbClr val="C6C9CA"/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BEDE27-A8C2-4066-B18C-F2AF9D0E86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3999" y="2791345"/>
            <a:ext cx="11365200" cy="630000"/>
          </a:xfrm>
          <a:ln>
            <a:solidFill>
              <a:srgbClr val="C6C9CA"/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6A40CBC-5E5F-4C0D-B831-0B04ABB23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999" y="1931284"/>
            <a:ext cx="11365200" cy="630000"/>
          </a:xfrm>
          <a:ln>
            <a:solidFill>
              <a:srgbClr val="C6C9CA"/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C56A94C-CC87-4EFE-A931-1D7270A84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999" y="1071223"/>
            <a:ext cx="11365200" cy="630000"/>
          </a:xfrm>
          <a:ln>
            <a:solidFill>
              <a:srgbClr val="C6C9CA"/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E8F2DF7-9AD5-47AF-92C4-F9011D815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63A2EDB-3F77-406C-9116-E786D4D6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405840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5837C125-1DBF-4F22-925B-D8481E8BC23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rIns="1828800" bIns="90000" anchor="ctr"/>
          <a:lstStyle>
            <a:lvl1pPr marL="0" indent="0" algn="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D8D4E77-E0A3-4D09-ACAE-F1308CF36B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839" y="2743510"/>
            <a:ext cx="5923811" cy="1485280"/>
          </a:xfrm>
        </p:spPr>
        <p:txBody>
          <a:bodyPr lIns="91440" tIns="91440" rIns="91440" bIns="91440" anchor="t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  <a:br>
              <a:rPr lang="en-US" dirty="0"/>
            </a:br>
            <a:r>
              <a:rPr lang="en-US" dirty="0"/>
              <a:t>or big idea statement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809E328-E168-4AEC-AD9B-18A4ACAAA4F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>
              <a:buFontTx/>
              <a:buBlip>
                <a:blip r:embed="rId2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2"/>
                </a:buBlip>
              </a:pPr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456EB42-66C6-4FC9-8A72-F78974DE84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137847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Edge to Edge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3B62DF6E-A83A-4117-A2ED-B4864BA8330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rIns="90000" bIns="360000" anchor="b"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1414463" y="685801"/>
            <a:ext cx="9363075" cy="5480050"/>
          </a:xfrm>
        </p:spPr>
        <p:txBody>
          <a:bodyPr lIns="91440" tIns="91440" rIns="91440" bIns="91440" anchor="ctr" anchorCtr="0"/>
          <a:lstStyle>
            <a:lvl1pPr algn="ctr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1923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3B62DF6E-A83A-4117-A2ED-B4864BA8330A}"/>
              </a:ext>
            </a:extLst>
          </p:cNvPr>
          <p:cNvSpPr>
            <a:spLocks noGrp="1"/>
          </p:cNvSpPr>
          <p:nvPr>
            <p:ph type="pic" sz="quarter" idx="15" hasCustomPrompt="1"/>
            <p:custDataLst>
              <p:tags r:id="rId1"/>
            </p:custDataLst>
          </p:nvPr>
        </p:nvSpPr>
        <p:spPr>
          <a:xfrm>
            <a:off x="0" y="1504950"/>
            <a:ext cx="12192000" cy="3295651"/>
          </a:xfrm>
          <a:solidFill>
            <a:schemeClr val="tx1"/>
          </a:solidFill>
        </p:spPr>
        <p:txBody>
          <a:bodyPr rIns="1828800" bIns="9000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Picture placeholder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292100" y="3258636"/>
            <a:ext cx="8228011" cy="53340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92101" y="2686713"/>
            <a:ext cx="8522208" cy="499365"/>
          </a:xfrm>
        </p:spPr>
        <p:txBody>
          <a:bodyPr lIns="91440" tIns="91440" rIns="91440" bIns="91440" anchor="b" anchorCtr="0"/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C8CDE3DB-5BD1-43F6-94A6-D47A00235D79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4"/>
            </p:custDataLst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EEEF92A3-A948-430A-BA72-93EBB9877D77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5"/>
            </p:custDataLst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307029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/>
          <p:cNvSpPr>
            <a:spLocks noGrp="1"/>
          </p:cNvSpPr>
          <p:nvPr>
            <p:ph type="body" sz="quarter" idx="14"/>
          </p:nvPr>
        </p:nvSpPr>
        <p:spPr>
          <a:xfrm>
            <a:off x="288994" y="2871000"/>
            <a:ext cx="8522208" cy="273598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Bar"/>
          <p:cNvSpPr/>
          <p:nvPr userDrawn="1"/>
        </p:nvSpPr>
        <p:spPr>
          <a:xfrm>
            <a:off x="377894" y="2716146"/>
            <a:ext cx="8522208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6" name="Title"/>
          <p:cNvSpPr>
            <a:spLocks noGrp="1"/>
          </p:cNvSpPr>
          <p:nvPr>
            <p:ph type="title" hasCustomPrompt="1"/>
          </p:nvPr>
        </p:nvSpPr>
        <p:spPr>
          <a:xfrm>
            <a:off x="288995" y="685800"/>
            <a:ext cx="8522208" cy="1957353"/>
          </a:xfrm>
        </p:spPr>
        <p:txBody>
          <a:bodyPr lIns="91440" tIns="91440" rIns="91440" bIns="91440" anchor="b" anchorCtr="0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699D1C6-DBB0-43D0-BC06-19A6E62C19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CAA7B61-F2C7-43C9-A11F-B48C4ED2EB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278951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B6844C8B-60DD-4EDB-AF8B-41A6695EFC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994" y="2871000"/>
            <a:ext cx="8522208" cy="273598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Bar"/>
          <p:cNvSpPr/>
          <p:nvPr userDrawn="1"/>
        </p:nvSpPr>
        <p:spPr>
          <a:xfrm>
            <a:off x="377894" y="2716146"/>
            <a:ext cx="8522208" cy="5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CE5726B-4E9B-428F-B8BF-52038F1B0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95" y="685800"/>
            <a:ext cx="8522208" cy="1957353"/>
          </a:xfrm>
        </p:spPr>
        <p:txBody>
          <a:bodyPr lIns="91440" tIns="91440" rIns="91440" bIns="91440" anchor="b" anchorCtr="0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94C82C-D24B-4532-B992-AD884CD16A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B49B78C-62D9-4CBC-82AE-117CC49AA7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371715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Blue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71441D17-F569-4929-BED2-B3C594D2EB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994" y="2871000"/>
            <a:ext cx="8522208" cy="273598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Bar"/>
          <p:cNvSpPr/>
          <p:nvPr userDrawn="1"/>
        </p:nvSpPr>
        <p:spPr>
          <a:xfrm>
            <a:off x="377894" y="2716146"/>
            <a:ext cx="8522208" cy="54864"/>
          </a:xfrm>
          <a:prstGeom prst="rect">
            <a:avLst/>
          </a:prstGeom>
          <a:solidFill>
            <a:srgbClr val="32DA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52C54A16-447D-4A74-9122-F46E4BC75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95" y="685800"/>
            <a:ext cx="8522208" cy="1957353"/>
          </a:xfrm>
        </p:spPr>
        <p:txBody>
          <a:bodyPr lIns="91440" tIns="91440" rIns="91440" bIns="91440" anchor="b" anchorCtr="0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9926132-14B5-462D-8011-DBD07D3A4F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698795D-6546-4F01-AD74-FF78AF2E6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51666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EE3E2CEF-B9DC-4BC7-912D-0AF3140E0B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994" y="2871000"/>
            <a:ext cx="8522208" cy="273598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Bar"/>
          <p:cNvSpPr/>
          <p:nvPr userDrawn="1"/>
        </p:nvSpPr>
        <p:spPr>
          <a:xfrm>
            <a:off x="377894" y="2716146"/>
            <a:ext cx="8522208" cy="5486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CC7B28-F85E-49B0-A5ED-82D39FF68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95" y="685800"/>
            <a:ext cx="8522208" cy="1957353"/>
          </a:xfrm>
        </p:spPr>
        <p:txBody>
          <a:bodyPr lIns="91440" tIns="91440" rIns="91440" bIns="91440" anchor="b" anchorCtr="0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452CF67-7C64-4A36-818E-9739F15599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E686EF5-477F-4DCE-824F-3C05B5AA659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232019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me, title, company"/>
          <p:cNvSpPr>
            <a:spLocks noGrp="1"/>
          </p:cNvSpPr>
          <p:nvPr>
            <p:ph type="body" sz="quarter" idx="14" hasCustomPrompt="1"/>
          </p:nvPr>
        </p:nvSpPr>
        <p:spPr>
          <a:xfrm>
            <a:off x="512997" y="3989508"/>
            <a:ext cx="8228011" cy="533400"/>
          </a:xfrm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add quoted person’s name, title, company</a:t>
            </a:r>
          </a:p>
        </p:txBody>
      </p:sp>
      <p:sp>
        <p:nvSpPr>
          <p:cNvPr id="11" name="Quote"/>
          <p:cNvSpPr>
            <a:spLocks noGrp="1"/>
          </p:cNvSpPr>
          <p:nvPr>
            <p:ph type="title" hasCustomPrompt="1"/>
          </p:nvPr>
        </p:nvSpPr>
        <p:spPr>
          <a:xfrm>
            <a:off x="284398" y="685800"/>
            <a:ext cx="9106250" cy="3075861"/>
          </a:xfrm>
        </p:spPr>
        <p:txBody>
          <a:bodyPr lIns="91440" anchor="b" anchorCtr="0"/>
          <a:lstStyle>
            <a:lvl1pPr marL="219456" indent="-219456">
              <a:defRPr sz="4600" cap="none" baseline="0">
                <a:latin typeface="+mn-lt"/>
              </a:defRPr>
            </a:lvl1pPr>
          </a:lstStyle>
          <a:p>
            <a:r>
              <a:rPr lang="en-US" dirty="0"/>
              <a:t>“Click to add quote here. Type quotation marks before and after text.”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6E5649-B5F3-4893-ACEE-FDDDEA277D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CC9133F1-6679-476E-AEFD-931027BED0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4323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ar"/>
          <p:cNvSpPr/>
          <p:nvPr userDrawn="1">
            <p:custDataLst>
              <p:tags r:id="rId1"/>
            </p:custDataLst>
          </p:nvPr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2" name="Footer Placeholder"/>
          <p:cNvSpPr>
            <a:spLocks noGrp="1"/>
          </p:cNvSpPr>
          <p:nvPr>
            <p:ph type="ftr" sz="quarter" idx="18"/>
            <p:custDataLst>
              <p:tags r:id="rId2"/>
            </p:custDataLst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 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9"/>
            <p:custDataLst>
              <p:tags r:id="rId3"/>
            </p:custDataLst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7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7"/>
                </a:buBlip>
              </a:pPr>
              <a:t>‹#›</a:t>
            </a:fld>
            <a:endParaRPr lang="en-US" dirty="0"/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381599" y="998681"/>
            <a:ext cx="11404800" cy="5097600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91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A3BBDD58-9EEC-48BC-A84C-F80FB78CB21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344281"/>
            <a:ext cx="11403014" cy="4752000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502268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Font typeface="" panose="020B0604020202020204" pitchFamily="34" charset="0"/>
              <a:buNone/>
              <a:defRPr sz="2400" baseline="0" dirty="0"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10" name="Bar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670D9BB8-8D8D-4F83-B418-E1A6910A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3" y="391852"/>
            <a:ext cx="11498270" cy="4013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B8A2B8FB-372C-42B9-B280-9D39EC303B0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2026B78-68E1-478D-8813-92F76EAC82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43061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D60021C6-A6F0-40F0-A299-B8269BE0F49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81000" y="1733015"/>
            <a:ext cx="11403014" cy="4366800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Heading"/>
          <p:cNvSpPr>
            <a:spLocks noGrp="1"/>
          </p:cNvSpPr>
          <p:nvPr>
            <p:ph type="body" sz="quarter" idx="18" hasCustomPrompt="1"/>
          </p:nvPr>
        </p:nvSpPr>
        <p:spPr>
          <a:xfrm>
            <a:off x="288096" y="1350296"/>
            <a:ext cx="11495918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subtitle</a:t>
            </a:r>
          </a:p>
        </p:txBody>
      </p:sp>
      <p:sp>
        <p:nvSpPr>
          <p:cNvPr id="12" name="Bar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15C04D0B-D5E2-4F74-B1D6-45E2AEA840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495918" cy="381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" panose="020B0604020202020204" pitchFamily="34" charset="0"/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09EDB93-5BF6-4D1D-9D5F-0E75F45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2" y="391852"/>
            <a:ext cx="11498271" cy="401362"/>
          </a:xfr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D217CA8-FB11-4E4A-BBCD-EE7B837F4D7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EA3E28B-F7AC-49D0-8E77-F09CC76C6D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57068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sz="quarter" idx="18"/>
            <p:custDataLst>
              <p:tags r:id="rId1"/>
            </p:custDataLst>
          </p:nvPr>
        </p:nvSpPr>
        <p:spPr>
          <a:xfrm>
            <a:off x="6260021" y="995363"/>
            <a:ext cx="5523992" cy="5100637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"/>
          <p:cNvSpPr>
            <a:spLocks noGrp="1"/>
          </p:cNvSpPr>
          <p:nvPr>
            <p:ph sz="quarter" idx="17"/>
            <p:custDataLst>
              <p:tags r:id="rId2"/>
            </p:custDataLst>
          </p:nvPr>
        </p:nvSpPr>
        <p:spPr>
          <a:xfrm>
            <a:off x="385100" y="995363"/>
            <a:ext cx="5523992" cy="5100637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Bar"/>
          <p:cNvSpPr/>
          <p:nvPr userDrawn="1">
            <p:custDataLst>
              <p:tags r:id="rId3"/>
            </p:custDataLst>
          </p:nvPr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871CBF7C-DC48-4FC0-9D75-AE2A7B709EC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85743" y="391852"/>
            <a:ext cx="11498270" cy="4013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24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  <p:custDataLst>
              <p:tags r:id="rId1"/>
            </p:custDataLst>
          </p:nvPr>
        </p:nvSpPr>
        <p:spPr>
          <a:xfrm>
            <a:off x="6358729" y="1358232"/>
            <a:ext cx="5416903" cy="4737731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  <p:custDataLst>
              <p:tags r:id="rId2"/>
            </p:custDataLst>
          </p:nvPr>
        </p:nvSpPr>
        <p:spPr>
          <a:xfrm>
            <a:off x="381000" y="1358232"/>
            <a:ext cx="5416903" cy="4737731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281746" y="704332"/>
            <a:ext cx="11493803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18" name="Bar"/>
          <p:cNvSpPr/>
          <p:nvPr userDrawn="1">
            <p:custDataLst>
              <p:tags r:id="rId4"/>
            </p:custDataLst>
          </p:nvPr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B4DC083-771D-42FC-A297-31FED015807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22" name="Content Placeholder 14"/>
          <p:cNvSpPr>
            <a:spLocks noGrp="1"/>
          </p:cNvSpPr>
          <p:nvPr>
            <p:ph sz="quarter" idx="17"/>
          </p:nvPr>
        </p:nvSpPr>
        <p:spPr>
          <a:xfrm>
            <a:off x="384003" y="1376363"/>
            <a:ext cx="5418000" cy="4719637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288095" y="995363"/>
            <a:ext cx="5513908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5" name="Content Placeholder 14"/>
          <p:cNvSpPr>
            <a:spLocks noGrp="1"/>
          </p:cNvSpPr>
          <p:nvPr>
            <p:ph sz="quarter" idx="20"/>
          </p:nvPr>
        </p:nvSpPr>
        <p:spPr>
          <a:xfrm>
            <a:off x="6356308" y="1376363"/>
            <a:ext cx="5418000" cy="4719637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MetricHPE" panose="020B0503030202060203" pitchFamily="34" charset="0"/>
              </a:defRPr>
            </a:lvl1pPr>
            <a:lvl2pPr>
              <a:defRPr>
                <a:latin typeface="MetricHPE" panose="020B0503030202060203" pitchFamily="34" charset="0"/>
              </a:defRPr>
            </a:lvl2pPr>
            <a:lvl3pPr>
              <a:defRPr>
                <a:latin typeface="MetricHPE" panose="020B0503030202060203" pitchFamily="34" charset="0"/>
              </a:defRPr>
            </a:lvl3pPr>
            <a:lvl4pPr>
              <a:defRPr>
                <a:latin typeface="MetricHPE" panose="020B0503030202060203" pitchFamily="34" charset="0"/>
              </a:defRPr>
            </a:lvl4pPr>
            <a:lvl5pPr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260400" y="995363"/>
            <a:ext cx="5513908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22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3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A8584B-E718-4F58-9AF1-BDBF5AD7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18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358729" y="1739233"/>
            <a:ext cx="5416903" cy="4356730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Heading 2">
            <a:extLst>
              <a:ext uri="{FF2B5EF4-FFF2-40B4-BE49-F238E27FC236}">
                <a16:creationId xmlns:a16="http://schemas.microsoft.com/office/drawing/2014/main" id="{0F35A58C-1284-494F-A5A7-A8680CA322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1641" y="1358232"/>
            <a:ext cx="5513908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85100" y="1739233"/>
            <a:ext cx="5416903" cy="4356730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Heading 1">
            <a:extLst>
              <a:ext uri="{FF2B5EF4-FFF2-40B4-BE49-F238E27FC236}">
                <a16:creationId xmlns:a16="http://schemas.microsoft.com/office/drawing/2014/main" id="{4FFD9C8F-5583-4BD3-BF48-097D5D045A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8095" y="1358232"/>
            <a:ext cx="5513908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8" name="Bar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+mn-lt"/>
            </a:endParaRP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493803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B4DC083-771D-42FC-A297-31FED015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2F31EAB-796D-4E98-AD02-5E448046BB3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B9B4ABF0-738F-478F-B9E7-E5D3DF83666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116084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/>
          <p:cNvSpPr>
            <a:spLocks noGrp="1"/>
          </p:cNvSpPr>
          <p:nvPr>
            <p:ph sz="quarter" idx="19"/>
          </p:nvPr>
        </p:nvSpPr>
        <p:spPr>
          <a:xfrm>
            <a:off x="8152474" y="996365"/>
            <a:ext cx="3628711" cy="5099635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sz="quarter" idx="18"/>
          </p:nvPr>
        </p:nvSpPr>
        <p:spPr>
          <a:xfrm>
            <a:off x="4268787" y="996365"/>
            <a:ext cx="3628711" cy="5099635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1"/>
          <p:cNvSpPr>
            <a:spLocks noGrp="1"/>
          </p:cNvSpPr>
          <p:nvPr>
            <p:ph sz="quarter" idx="17"/>
          </p:nvPr>
        </p:nvSpPr>
        <p:spPr>
          <a:xfrm>
            <a:off x="385100" y="996365"/>
            <a:ext cx="3628711" cy="5099635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AC09279-0D09-4109-A953-16A88732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5DFA194-46E5-48DD-9DF0-CE09ECBDE59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BEED058A-E779-4D88-ADD2-9B84C2A1050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246254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498270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8" name="Bar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+mn-lt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365166"/>
            <a:ext cx="3628710" cy="4734000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365166"/>
            <a:ext cx="3628710" cy="4734390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Content Placeholder 1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365166"/>
            <a:ext cx="3628710" cy="4734000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C64F2FF0-0CF5-4CC1-8878-96534C54D9A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9AAC13-0724-4F89-9282-2A985E0669E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/>
          <p:cNvSpPr>
            <a:spLocks noGrp="1"/>
          </p:cNvSpPr>
          <p:nvPr>
            <p:ph sz="quarter" idx="22"/>
          </p:nvPr>
        </p:nvSpPr>
        <p:spPr>
          <a:xfrm>
            <a:off x="8146122" y="1377365"/>
            <a:ext cx="3628710" cy="4718635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Heading 3"/>
          <p:cNvSpPr>
            <a:spLocks noGrp="1"/>
          </p:cNvSpPr>
          <p:nvPr>
            <p:ph type="body" sz="quarter" idx="21" hasCustomPrompt="1"/>
          </p:nvPr>
        </p:nvSpPr>
        <p:spPr>
          <a:xfrm>
            <a:off x="8048832" y="996365"/>
            <a:ext cx="3726000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quarter" idx="18"/>
          </p:nvPr>
        </p:nvSpPr>
        <p:spPr>
          <a:xfrm>
            <a:off x="4265611" y="1377365"/>
            <a:ext cx="3628710" cy="4718635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Heading 2"/>
          <p:cNvSpPr>
            <a:spLocks noGrp="1"/>
          </p:cNvSpPr>
          <p:nvPr>
            <p:ph type="body" sz="quarter" idx="23" hasCustomPrompt="1"/>
          </p:nvPr>
        </p:nvSpPr>
        <p:spPr>
          <a:xfrm>
            <a:off x="4168321" y="996365"/>
            <a:ext cx="3726000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4" name="Content Placeholder 1"/>
          <p:cNvSpPr>
            <a:spLocks noGrp="1"/>
          </p:cNvSpPr>
          <p:nvPr>
            <p:ph sz="quarter" idx="17"/>
          </p:nvPr>
        </p:nvSpPr>
        <p:spPr>
          <a:xfrm>
            <a:off x="385100" y="1377365"/>
            <a:ext cx="3628710" cy="4718635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Heading 1"/>
          <p:cNvSpPr>
            <a:spLocks noGrp="1"/>
          </p:cNvSpPr>
          <p:nvPr>
            <p:ph type="body" sz="quarter" idx="19" hasCustomPrompt="1"/>
          </p:nvPr>
        </p:nvSpPr>
        <p:spPr>
          <a:xfrm>
            <a:off x="287427" y="996365"/>
            <a:ext cx="3726383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6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4EE87AE-0267-4C69-AFD6-F9C64969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BB8A07BF-CB97-4E22-9C06-99A9D26C819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833D610-4CA4-41A3-B735-6F0642F985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59148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747514"/>
            <a:ext cx="3628710" cy="4352042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Heading 3">
            <a:extLst>
              <a:ext uri="{FF2B5EF4-FFF2-40B4-BE49-F238E27FC236}">
                <a16:creationId xmlns:a16="http://schemas.microsoft.com/office/drawing/2014/main" id="{2B395F8D-D2D6-46E9-A9E6-236C365E0B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48832" y="1365166"/>
            <a:ext cx="3726000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747514"/>
            <a:ext cx="3628710" cy="4352042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Heading 2">
            <a:extLst>
              <a:ext uri="{FF2B5EF4-FFF2-40B4-BE49-F238E27FC236}">
                <a16:creationId xmlns:a16="http://schemas.microsoft.com/office/drawing/2014/main" id="{1E3C34FD-66F2-429D-BA98-17802C5C8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68321" y="1365166"/>
            <a:ext cx="3726000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31" name="Content Placeholder 1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747514"/>
            <a:ext cx="3628710" cy="4352042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Heading 1">
            <a:extLst>
              <a:ext uri="{FF2B5EF4-FFF2-40B4-BE49-F238E27FC236}">
                <a16:creationId xmlns:a16="http://schemas.microsoft.com/office/drawing/2014/main" id="{2C5A79F9-54A7-42C3-958C-707025A75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7427" y="1365166"/>
            <a:ext cx="3726383" cy="381000"/>
          </a:xfrm>
          <a:ln>
            <a:noFill/>
            <a:miter lim="800000"/>
          </a:ln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None/>
              <a:defRPr sz="22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8" name="Bar"/>
          <p:cNvSpPr/>
          <p:nvPr userDrawn="1"/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+mn-lt"/>
            </a:endParaRP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704332"/>
            <a:ext cx="11498270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F0756C0-7641-4173-A68F-865597D4BB0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221C879-23BF-48A0-9B6C-5B66C341975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350263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287B217-2E30-4712-99AE-652EEDB044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4EA22A1-FE1F-4F4A-9C07-F0E86D67EF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64979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>
            <a:extLst>
              <a:ext uri="{FF2B5EF4-FFF2-40B4-BE49-F238E27FC236}">
                <a16:creationId xmlns:a16="http://schemas.microsoft.com/office/drawing/2014/main" id="{71AE6212-DACF-49FB-929D-2FA8B00CFD70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281746" y="704332"/>
            <a:ext cx="11529254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10" name="Bar"/>
          <p:cNvSpPr/>
          <p:nvPr userDrawn="1">
            <p:custDataLst>
              <p:tags r:id="rId2"/>
            </p:custDataLst>
          </p:nvPr>
        </p:nvSpPr>
        <p:spPr>
          <a:xfrm>
            <a:off x="385100" y="118949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391D03-EF6B-45A2-9268-5A807C7AE71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8B57979-9B2D-4984-B19E-0EFD2E111CE9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FA02681C-9BC6-4D8A-BB6B-D65D1A039593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5"/>
            </p:custDataLst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8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r">
            <a:extLst>
              <a:ext uri="{FF2B5EF4-FFF2-40B4-BE49-F238E27FC236}">
                <a16:creationId xmlns:a16="http://schemas.microsoft.com/office/drawing/2014/main" id="{8EF5646D-2EB2-41E1-98F7-8AFF5323E04E}"/>
              </a:ext>
            </a:extLst>
          </p:cNvPr>
          <p:cNvSpPr/>
          <p:nvPr userDrawn="1"/>
        </p:nvSpPr>
        <p:spPr>
          <a:xfrm>
            <a:off x="385100" y="1247488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764AC2A-714D-48E6-8850-2398C74A5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23" y="398368"/>
            <a:ext cx="11494890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BA2B6B1-8B85-4F7A-B1B8-3C2A2CA72C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6172FFC-9966-4FB3-B3D2-FBE84B0190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206365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">
            <a:extLst>
              <a:ext uri="{FF2B5EF4-FFF2-40B4-BE49-F238E27FC236}">
                <a16:creationId xmlns:a16="http://schemas.microsoft.com/office/drawing/2014/main" id="{6957406C-CA6F-47F8-9FC9-A15BE313C4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46" y="1178166"/>
            <a:ext cx="11529254" cy="381000"/>
          </a:xfrm>
        </p:spPr>
        <p:txBody>
          <a:bodyPr vert="horz" lIns="91440" tIns="91440" rIns="91440" bIns="91440" rtlCol="0" anchor="ctr">
            <a:noAutofit/>
          </a:bodyPr>
          <a:lstStyle>
            <a:lvl1pPr marL="0" indent="0">
              <a:buNone/>
              <a:defRPr sz="2400" baseline="0" dirty="0"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10" name="Bar">
            <a:extLst>
              <a:ext uri="{FF2B5EF4-FFF2-40B4-BE49-F238E27FC236}">
                <a16:creationId xmlns:a16="http://schemas.microsoft.com/office/drawing/2014/main" id="{371489F8-FD72-440E-84EC-51D4A768BB5E}"/>
              </a:ext>
            </a:extLst>
          </p:cNvPr>
          <p:cNvSpPr/>
          <p:nvPr userDrawn="1"/>
        </p:nvSpPr>
        <p:spPr>
          <a:xfrm>
            <a:off x="385100" y="1663329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5535819F-7681-4776-AE9B-BEAB22E80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23" y="398368"/>
            <a:ext cx="11494890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903090B-018E-41F6-821A-0DB185B167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EE71AD2-3B17-4BBC-A780-3AEAE01E747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103872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r"/>
          <p:cNvSpPr/>
          <p:nvPr userDrawn="1"/>
        </p:nvSpPr>
        <p:spPr>
          <a:xfrm>
            <a:off x="385100" y="3616182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89123" y="2676894"/>
            <a:ext cx="3685309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818CA98-330E-4FE7-B6FF-632E311233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1F90604F-7FA1-41D8-9914-866F330503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302456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"/>
          <p:cNvSpPr>
            <a:spLocks noGrp="1"/>
          </p:cNvSpPr>
          <p:nvPr>
            <p:ph sz="quarter" idx="13"/>
          </p:nvPr>
        </p:nvSpPr>
        <p:spPr>
          <a:xfrm>
            <a:off x="4076700" y="331788"/>
            <a:ext cx="7734300" cy="5764212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ar"/>
          <p:cNvSpPr/>
          <p:nvPr userDrawn="1"/>
        </p:nvSpPr>
        <p:spPr>
          <a:xfrm>
            <a:off x="385100" y="3616182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89122" y="2676894"/>
            <a:ext cx="3536373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92DC03DA-1907-4E05-9BC8-10562171313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B2C94F6-2456-49E7-A85E-744A4B16A8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428046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"/>
          <p:cNvSpPr>
            <a:spLocks noGrp="1"/>
          </p:cNvSpPr>
          <p:nvPr>
            <p:ph sz="quarter" idx="13"/>
          </p:nvPr>
        </p:nvSpPr>
        <p:spPr>
          <a:xfrm>
            <a:off x="4076700" y="331788"/>
            <a:ext cx="7734300" cy="5764212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ar"/>
          <p:cNvSpPr/>
          <p:nvPr userDrawn="1"/>
        </p:nvSpPr>
        <p:spPr>
          <a:xfrm>
            <a:off x="385100" y="3616182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0" name="Text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89122" y="2691855"/>
            <a:ext cx="3566206" cy="795528"/>
          </a:xfrm>
        </p:spPr>
        <p:txBody>
          <a:bodyPr vert="horz" lIns="91440" tIns="91440" rIns="91440" bIns="91440" rtlCol="0" anchor="ctr">
            <a:noAutofit/>
          </a:bodyPr>
          <a:lstStyle>
            <a:lvl1pPr>
              <a:defRPr sz="2400" baseline="0" dirty="0">
                <a:latin typeface="+mn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subtitle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289122" y="1980879"/>
            <a:ext cx="3566206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2D12F7D-5A80-4CB3-A519-0EC3099CAB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77D698-96B1-4B1C-AC10-E28AA67073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363794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Caption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"/>
          <p:cNvSpPr>
            <a:spLocks noGrp="1"/>
          </p:cNvSpPr>
          <p:nvPr>
            <p:ph sz="quarter" idx="13"/>
          </p:nvPr>
        </p:nvSpPr>
        <p:spPr>
          <a:xfrm>
            <a:off x="4076700" y="331788"/>
            <a:ext cx="7734300" cy="5764212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4"/>
          </p:nvPr>
        </p:nvSpPr>
        <p:spPr>
          <a:xfrm>
            <a:off x="278732" y="2534960"/>
            <a:ext cx="3546475" cy="34464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ar"/>
          <p:cNvSpPr/>
          <p:nvPr userDrawn="1"/>
        </p:nvSpPr>
        <p:spPr>
          <a:xfrm>
            <a:off x="385100" y="2356608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89123" y="1417320"/>
            <a:ext cx="3536373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F37736B1-D7A7-4407-BE85-C3B77D9DE3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2633DB1-4E58-49AF-9CC5-F4480459AE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56381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and Caption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685C0DB9-A0DF-42B9-B705-83944EECB34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76700" y="0"/>
            <a:ext cx="8115300" cy="6858000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edge-to-edge picture</a:t>
            </a:r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4"/>
          </p:nvPr>
        </p:nvSpPr>
        <p:spPr>
          <a:xfrm>
            <a:off x="278731" y="2534960"/>
            <a:ext cx="3546475" cy="34464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ar"/>
          <p:cNvSpPr/>
          <p:nvPr userDrawn="1"/>
        </p:nvSpPr>
        <p:spPr>
          <a:xfrm>
            <a:off x="385100" y="2356608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89122" y="1417320"/>
            <a:ext cx="3536373" cy="86868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multi-Line Title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8085FE46-B145-48DA-84CC-BEC7ABB0F6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2B249EC-9477-452C-91FB-A412BD37EFC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16353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8526166" y="999674"/>
            <a:ext cx="3257847" cy="5096326"/>
          </a:xfrm>
          <a:noFill/>
          <a:ln w="57150">
            <a:solidFill>
              <a:srgbClr val="32DAC8"/>
            </a:solidFill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>
              <a:spcBef>
                <a:spcPts val="900"/>
              </a:spcBef>
              <a:buNone/>
              <a:defRPr sz="22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supporting text</a:t>
            </a:r>
          </a:p>
          <a:p>
            <a:pPr lvl="0"/>
            <a:endParaRPr lang="en-US" dirty="0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269A3E8D-DCFB-4D37-86BB-56632B0912B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5100" y="995363"/>
            <a:ext cx="7844500" cy="5100637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7FCC12E-6D90-403E-80FA-0F7CB28A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1E92FAC-B699-43F5-B87D-2D8B714080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C38747A7-25DE-48D8-8D31-0F3DF66ADF9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218229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8526166" y="999674"/>
            <a:ext cx="3257847" cy="5096326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>
              <a:spcBef>
                <a:spcPts val="900"/>
              </a:spcBef>
              <a:buNone/>
              <a:defRPr sz="22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supporting text</a:t>
            </a:r>
          </a:p>
          <a:p>
            <a:pPr lvl="0"/>
            <a:endParaRPr lang="en-US" dirty="0"/>
          </a:p>
        </p:txBody>
      </p:sp>
      <p:sp>
        <p:nvSpPr>
          <p:cNvPr id="15" name="Picture Placeholder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5722C60-FC76-4A73-9A5C-0D547B64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8A295B4-CD29-4A4B-B08E-9A6CC4F4CF8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B8558E5-A9EE-4418-B017-3EBC0B35FAB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147141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285743" y="999674"/>
            <a:ext cx="3257847" cy="5096326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>
              <a:spcBef>
                <a:spcPts val="900"/>
              </a:spcBef>
              <a:buNone/>
              <a:defRPr sz="22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supporting text</a:t>
            </a:r>
          </a:p>
          <a:p>
            <a:pPr lvl="0"/>
            <a:endParaRPr lang="en-US" dirty="0"/>
          </a:p>
        </p:txBody>
      </p:sp>
      <p:sp>
        <p:nvSpPr>
          <p:cNvPr id="15" name="Picture Placeholder"/>
          <p:cNvSpPr>
            <a:spLocks noGrp="1"/>
          </p:cNvSpPr>
          <p:nvPr>
            <p:ph type="pic" sz="quarter" idx="18" hasCustomPrompt="1"/>
          </p:nvPr>
        </p:nvSpPr>
        <p:spPr>
          <a:xfrm>
            <a:off x="4313365" y="999540"/>
            <a:ext cx="7470648" cy="5096460"/>
          </a:xfr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5722C60-FC76-4A73-9A5C-0D547B64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3" y="391852"/>
            <a:ext cx="11498270" cy="4013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8A295B4-CD29-4A4B-B08E-9A6CC4F4CF8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B8558E5-A9EE-4418-B017-3EBC0B35FAB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363233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184DB124-5DB1-4AD3-9276-D81D2209D17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515445" y="999540"/>
            <a:ext cx="3257847" cy="5100531"/>
          </a:xfr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+mn-lt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B1C1C31-7119-4D9E-8DED-87033B4B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B8E13A3-BC15-450D-96D1-EB785D605BB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91AA25E-ECBD-44CD-9DE9-F058616E771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268349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"/>
          <p:cNvSpPr>
            <a:spLocks noGrp="1"/>
          </p:cNvSpPr>
          <p:nvPr>
            <p:ph type="body" sz="half" idx="19" hasCustomPrompt="1"/>
          </p:nvPr>
        </p:nvSpPr>
        <p:spPr bwMode="ltGray">
          <a:xfrm>
            <a:off x="6172895" y="4925740"/>
            <a:ext cx="5611118" cy="1170260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E11EEBA4-9351-4C42-9CB1-BC966ADFAF0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72725" y="999540"/>
            <a:ext cx="5611288" cy="3803904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381000" y="4925740"/>
            <a:ext cx="5611118" cy="1170260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17" name="Picture Placeholder 1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5611288" cy="3803904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F79D366-784C-495D-8F64-93E8B37FC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3" y="391852"/>
            <a:ext cx="11498270" cy="4013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33220B8-73BB-42A1-AE6B-0898C72176B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78F3E4F-3B9E-412C-A6C9-621D3C25AA9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420189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/>
          <p:cNvSpPr>
            <a:spLocks noGrp="1"/>
          </p:cNvSpPr>
          <p:nvPr>
            <p:ph type="body" sz="half" idx="21" hasCustomPrompt="1"/>
          </p:nvPr>
        </p:nvSpPr>
        <p:spPr bwMode="ltGray">
          <a:xfrm>
            <a:off x="8105705" y="4925740"/>
            <a:ext cx="3678308" cy="1152211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22" hasCustomPrompt="1"/>
          </p:nvPr>
        </p:nvSpPr>
        <p:spPr>
          <a:xfrm>
            <a:off x="8097009" y="999540"/>
            <a:ext cx="3678308" cy="3803904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half" idx="19" hasCustomPrompt="1"/>
          </p:nvPr>
        </p:nvSpPr>
        <p:spPr bwMode="ltGray">
          <a:xfrm>
            <a:off x="4239004" y="4925740"/>
            <a:ext cx="3678308" cy="1152211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20" hasCustomPrompt="1"/>
          </p:nvPr>
        </p:nvSpPr>
        <p:spPr>
          <a:xfrm>
            <a:off x="4239004" y="999540"/>
            <a:ext cx="3678308" cy="3803904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8" name="Text Placeholder 1"/>
          <p:cNvSpPr>
            <a:spLocks noGrp="1"/>
          </p:cNvSpPr>
          <p:nvPr>
            <p:ph type="body" sz="half" idx="2" hasCustomPrompt="1"/>
          </p:nvPr>
        </p:nvSpPr>
        <p:spPr bwMode="ltGray">
          <a:xfrm>
            <a:off x="389696" y="4925740"/>
            <a:ext cx="3678308" cy="1152211"/>
          </a:xfrm>
          <a:noFill/>
          <a:ln w="57150">
            <a:noFill/>
            <a:miter lim="800000"/>
          </a:ln>
        </p:spPr>
        <p:txBody>
          <a:bodyPr lIns="137160" tIns="91440" rIns="137160" bIns="91440">
            <a:noAutofit/>
          </a:bodyPr>
          <a:lstStyle>
            <a:lvl1pPr marL="0" indent="0" algn="ctr">
              <a:spcBef>
                <a:spcPts val="900"/>
              </a:spcBef>
              <a:buNone/>
              <a:defRPr sz="18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caption</a:t>
            </a:r>
          </a:p>
          <a:p>
            <a:pPr lvl="0"/>
            <a:endParaRPr lang="en-US" dirty="0"/>
          </a:p>
        </p:txBody>
      </p:sp>
      <p:sp>
        <p:nvSpPr>
          <p:cNvPr id="19" name="Picture Placeholder 1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3678308" cy="3803904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4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5E78B5B-38D0-4241-B1F6-380820ADBD5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D820592-1C1F-4092-94E5-D39D7CA0940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120158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45BD124-6171-43C5-8405-25101FA6FB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94740" y="4310712"/>
            <a:ext cx="3780577" cy="1855138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Bar 3">
            <a:extLst>
              <a:ext uri="{FF2B5EF4-FFF2-40B4-BE49-F238E27FC236}">
                <a16:creationId xmlns:a16="http://schemas.microsoft.com/office/drawing/2014/main" id="{42FA215D-0B81-4E67-9714-4DF602504A3A}"/>
              </a:ext>
            </a:extLst>
          </p:cNvPr>
          <p:cNvSpPr/>
          <p:nvPr userDrawn="1"/>
        </p:nvSpPr>
        <p:spPr>
          <a:xfrm>
            <a:off x="8097009" y="4258726"/>
            <a:ext cx="3679200" cy="5486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22" hasCustomPrompt="1"/>
          </p:nvPr>
        </p:nvSpPr>
        <p:spPr>
          <a:xfrm>
            <a:off x="8097009" y="999540"/>
            <a:ext cx="3678308" cy="3132000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7" name="Bar 2">
            <a:extLst>
              <a:ext uri="{FF2B5EF4-FFF2-40B4-BE49-F238E27FC236}">
                <a16:creationId xmlns:a16="http://schemas.microsoft.com/office/drawing/2014/main" id="{0D8D023B-EF10-400C-BF2B-43E4924E8642}"/>
              </a:ext>
            </a:extLst>
          </p:cNvPr>
          <p:cNvSpPr/>
          <p:nvPr userDrawn="1"/>
        </p:nvSpPr>
        <p:spPr>
          <a:xfrm>
            <a:off x="4239004" y="4258726"/>
            <a:ext cx="3679200" cy="548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36735" y="4310712"/>
            <a:ext cx="3780577" cy="1855138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20" hasCustomPrompt="1"/>
          </p:nvPr>
        </p:nvSpPr>
        <p:spPr>
          <a:xfrm>
            <a:off x="4239004" y="999540"/>
            <a:ext cx="3678308" cy="3132000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731" y="4310712"/>
            <a:ext cx="3780577" cy="1855138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Bar 1">
            <a:extLst>
              <a:ext uri="{FF2B5EF4-FFF2-40B4-BE49-F238E27FC236}">
                <a16:creationId xmlns:a16="http://schemas.microsoft.com/office/drawing/2014/main" id="{A6732A66-F432-4DBF-9D12-1CD6789335F1}"/>
              </a:ext>
            </a:extLst>
          </p:cNvPr>
          <p:cNvSpPr/>
          <p:nvPr userDrawn="1"/>
        </p:nvSpPr>
        <p:spPr>
          <a:xfrm>
            <a:off x="377894" y="4258726"/>
            <a:ext cx="36792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9" name="Picture Placeholder 1"/>
          <p:cNvSpPr>
            <a:spLocks noGrp="1"/>
          </p:cNvSpPr>
          <p:nvPr>
            <p:ph type="pic" sz="quarter" idx="18" hasCustomPrompt="1"/>
          </p:nvPr>
        </p:nvSpPr>
        <p:spPr>
          <a:xfrm>
            <a:off x="379447" y="999540"/>
            <a:ext cx="3678308" cy="3132000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4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5E78B5B-38D0-4241-B1F6-380820ADBD5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D820592-1C1F-4092-94E5-D39D7CA0940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205592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5E78B5B-38D0-4241-B1F6-380820ADBD5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D820592-1C1F-4092-94E5-D39D7CA0940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96001" y="4310712"/>
            <a:ext cx="5688012" cy="1855138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Bar 2">
            <a:extLst>
              <a:ext uri="{FF2B5EF4-FFF2-40B4-BE49-F238E27FC236}">
                <a16:creationId xmlns:a16="http://schemas.microsoft.com/office/drawing/2014/main" id="{0D8D023B-EF10-400C-BF2B-43E4924E8642}"/>
              </a:ext>
            </a:extLst>
          </p:cNvPr>
          <p:cNvSpPr/>
          <p:nvPr userDrawn="1"/>
        </p:nvSpPr>
        <p:spPr>
          <a:xfrm>
            <a:off x="6222013" y="4258726"/>
            <a:ext cx="5562000" cy="548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BFE93BF0-E1B7-4E00-B095-E182346B5D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22013" y="985963"/>
            <a:ext cx="5562000" cy="3132000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731" y="4310712"/>
            <a:ext cx="5661163" cy="1855138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Bar 1">
            <a:extLst>
              <a:ext uri="{FF2B5EF4-FFF2-40B4-BE49-F238E27FC236}">
                <a16:creationId xmlns:a16="http://schemas.microsoft.com/office/drawing/2014/main" id="{A6732A66-F432-4DBF-9D12-1CD6789335F1}"/>
              </a:ext>
            </a:extLst>
          </p:cNvPr>
          <p:cNvSpPr/>
          <p:nvPr userDrawn="1"/>
        </p:nvSpPr>
        <p:spPr>
          <a:xfrm>
            <a:off x="377894" y="4258726"/>
            <a:ext cx="55620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D48EE7C4-611A-445E-A636-05C3A89474E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5562600" cy="3132000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4183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ge-To-Ed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9170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ype As Art, Single 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308CDED-96CC-443C-B3E3-675A1C4732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685800"/>
            <a:ext cx="11430001" cy="5517572"/>
          </a:xfrm>
          <a:prstGeom prst="rect">
            <a:avLst/>
          </a:prstGeom>
          <a:ln w="57150">
            <a:noFill/>
            <a:miter lim="800000"/>
          </a:ln>
        </p:spPr>
        <p:txBody>
          <a:bodyPr vert="horz" lIns="0" tIns="432000" rIns="0" bIns="0" rtlCol="0" anchor="ctr" anchorCtr="0">
            <a:normAutofit/>
          </a:bodyPr>
          <a:lstStyle>
            <a:lvl1pPr algn="ctr">
              <a:lnSpc>
                <a:spcPct val="75000"/>
              </a:lnSpc>
              <a:defRPr sz="17000">
                <a:blipFill dpi="0" rotWithShape="1">
                  <a:blip r:embed="rId2"/>
                  <a:srcRect/>
                  <a:stretch>
                    <a:fillRect/>
                  </a:stretch>
                </a:blipFill>
              </a:defRPr>
            </a:lvl1pPr>
          </a:lstStyle>
          <a:p>
            <a:r>
              <a:rPr lang="en-US" dirty="0"/>
              <a:t>Single line</a:t>
            </a:r>
          </a:p>
        </p:txBody>
      </p:sp>
    </p:spTree>
    <p:extLst>
      <p:ext uri="{BB962C8B-B14F-4D97-AF65-F5344CB8AC3E}">
        <p14:creationId xmlns:p14="http://schemas.microsoft.com/office/powerpoint/2010/main" val="1607677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ype As Art, Multiple Li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308CDED-96CC-443C-B3E3-675A1C4732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685800"/>
            <a:ext cx="11430001" cy="5517572"/>
          </a:xfrm>
          <a:prstGeom prst="rect">
            <a:avLst/>
          </a:prstGeom>
          <a:ln w="57150">
            <a:noFill/>
            <a:miter lim="800000"/>
          </a:ln>
        </p:spPr>
        <p:txBody>
          <a:bodyPr vert="horz" lIns="0" tIns="432000" rIns="0" bIns="0" rtlCol="0" anchor="ctr" anchorCtr="0">
            <a:normAutofit/>
          </a:bodyPr>
          <a:lstStyle>
            <a:lvl1pPr algn="l">
              <a:lnSpc>
                <a:spcPct val="65000"/>
              </a:lnSpc>
              <a:defRPr sz="12500">
                <a:blipFill dpi="0" rotWithShape="1">
                  <a:blip r:embed="rId2"/>
                  <a:srcRect/>
                  <a:stretch>
                    <a:fillRect/>
                  </a:stretch>
                </a:blipFill>
              </a:defRPr>
            </a:lvl1pPr>
          </a:lstStyle>
          <a:p>
            <a:r>
              <a:rPr lang="en-US" dirty="0"/>
              <a:t>Multiple </a:t>
            </a:r>
            <a:br>
              <a:rPr lang="en-US" dirty="0"/>
            </a:br>
            <a:r>
              <a:rPr lang="en-US" dirty="0"/>
              <a:t>lines </a:t>
            </a:r>
          </a:p>
        </p:txBody>
      </p:sp>
    </p:spTree>
    <p:extLst>
      <p:ext uri="{BB962C8B-B14F-4D97-AF65-F5344CB8AC3E}">
        <p14:creationId xmlns:p14="http://schemas.microsoft.com/office/powerpoint/2010/main" val="4239520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44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202D382-F177-4EDD-9E63-D410F58B2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D5BB30E-8FED-4853-AD8A-7BB93B3FF1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21696" y="6129337"/>
            <a:ext cx="7481160" cy="41158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Authorized </a:t>
            </a:r>
          </a:p>
        </p:txBody>
      </p:sp>
    </p:spTree>
    <p:extLst>
      <p:ext uri="{BB962C8B-B14F-4D97-AF65-F5344CB8AC3E}">
        <p14:creationId xmlns:p14="http://schemas.microsoft.com/office/powerpoint/2010/main" val="224814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">
            <a:extLst>
              <a:ext uri="{FF2B5EF4-FFF2-40B4-BE49-F238E27FC236}">
                <a16:creationId xmlns:a16="http://schemas.microsoft.com/office/drawing/2014/main" id="{6BDD934D-C46A-42E7-82F9-E43F9A3604D0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293442" y="3528820"/>
            <a:ext cx="11517557" cy="20551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Speaker contact information</a:t>
            </a:r>
          </a:p>
        </p:txBody>
      </p:sp>
      <p:sp>
        <p:nvSpPr>
          <p:cNvPr id="16" name="Bar">
            <a:extLst>
              <a:ext uri="{FF2B5EF4-FFF2-40B4-BE49-F238E27FC236}">
                <a16:creationId xmlns:a16="http://schemas.microsoft.com/office/drawing/2014/main" id="{62127D76-909D-4C18-BB52-4DDB379ACAE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381000" y="3374136"/>
            <a:ext cx="530283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B56764AC-9C6B-4C1D-BE2B-C4E8A087CA7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84749" y="521016"/>
            <a:ext cx="6195700" cy="2828660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r>
              <a:rPr lang="en-US" dirty="0"/>
              <a:t>Click to add thank you message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720469-4E8E-4F55-96D3-10560B47177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8115300" y="6335127"/>
            <a:ext cx="3740580" cy="2769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1200" smtClea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2024</a:t>
            </a:fld>
            <a:r>
              <a:rPr lang="en-US" sz="12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</p:spTree>
    <p:extLst>
      <p:ext uri="{BB962C8B-B14F-4D97-AF65-F5344CB8AC3E}">
        <p14:creationId xmlns:p14="http://schemas.microsoft.com/office/powerpoint/2010/main" val="37456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P Agenda Notice" hidden="1"/>
          <p:cNvSpPr>
            <a:spLocks noGrp="1"/>
          </p:cNvSpPr>
          <p:nvPr>
            <p:ph sz="quarter" idx="13" hasCustomPrompt="1"/>
          </p:nvPr>
        </p:nvSpPr>
        <p:spPr>
          <a:xfrm>
            <a:off x="12344400" y="48315"/>
            <a:ext cx="3103200" cy="0"/>
          </a:xfrm>
          <a:prstGeom prst="rect">
            <a:avLst/>
          </a:prstGeo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800" b="0" i="0" baseline="0">
                <a:solidFill>
                  <a:schemeClr val="tx1"/>
                </a:solidFill>
              </a:defRPr>
            </a:lvl1pPr>
            <a:lvl2pPr marL="172641" marR="0" indent="-171450" algn="l" defTabSz="6845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aseline="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0" dirty="0"/>
              <a:t>This is the </a:t>
            </a:r>
            <a:r>
              <a:rPr lang="en-US" noProof="0" dirty="0" err="1"/>
              <a:t>SlideProof</a:t>
            </a:r>
            <a:r>
              <a:rPr lang="en-US" noProof="0" dirty="0"/>
              <a:t> Agenda Layout</a:t>
            </a:r>
          </a:p>
          <a:p>
            <a:pPr lvl="0"/>
            <a:r>
              <a:rPr lang="en-US" noProof="0" dirty="0"/>
              <a:t>http://www.veodin.com/slideproof/manual/agenda/</a:t>
            </a:r>
          </a:p>
          <a:p>
            <a:pPr lvl="0"/>
            <a:r>
              <a:rPr lang="en-US" noProof="0" dirty="0"/>
              <a:t>Use the Selection Pane (Alt+F10) to make the hidden shapes of the Agenda visible. Make sure you group them again after editing and rename them with </a:t>
            </a:r>
            <a:r>
              <a:rPr lang="en-US" noProof="0" dirty="0" err="1"/>
              <a:t>SlideProof</a:t>
            </a:r>
            <a:r>
              <a:rPr lang="en-US" noProof="0" dirty="0"/>
              <a:t> &gt; Agenda &gt; Rename Agenda Groups</a:t>
            </a:r>
          </a:p>
          <a:p>
            <a:pPr lvl="0"/>
            <a:r>
              <a:rPr lang="en-US" noProof="0" dirty="0"/>
              <a:t>Expected group names are: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SP Agenda Section - Mandatory</a:t>
            </a:r>
          </a:p>
          <a:p>
            <a:pPr lvl="1"/>
            <a:r>
              <a:rPr lang="en-US" noProof="0" dirty="0"/>
              <a:t>SP Agenda Section Highlight - Highlight the current section</a:t>
            </a:r>
          </a:p>
          <a:p>
            <a:pPr lvl="1"/>
            <a:r>
              <a:rPr lang="en-US" noProof="0" dirty="0"/>
              <a:t>SP Agenda Subsection - Mandatory if showing subsections</a:t>
            </a:r>
          </a:p>
          <a:p>
            <a:pPr lvl="1"/>
            <a:r>
              <a:rPr lang="en-US" noProof="0" dirty="0"/>
              <a:t>SP Agenda Subsection Highlight - Highlight the current subsection</a:t>
            </a:r>
          </a:p>
          <a:p>
            <a:pPr lvl="0"/>
            <a:r>
              <a:rPr lang="en-US" noProof="0" dirty="0"/>
              <a:t>Any shapes or images inside the groups will appear on the agenda pages. This notice (SP Agenda Notice) will not appear on the agenda pages.</a:t>
            </a:r>
          </a:p>
          <a:p>
            <a:pPr lvl="0"/>
            <a:r>
              <a:rPr lang="en-US" noProof="0" dirty="0"/>
              <a:t>Valid text placeholders are: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Section number:</a:t>
            </a:r>
          </a:p>
          <a:p>
            <a:pPr lvl="1"/>
            <a:r>
              <a:rPr lang="en-US" noProof="0" dirty="0"/>
              <a:t>&lt;N&gt; for Arabic number 1, 2, 3</a:t>
            </a:r>
          </a:p>
          <a:p>
            <a:pPr lvl="1"/>
            <a:r>
              <a:rPr lang="en-US" noProof="0" dirty="0"/>
              <a:t>&lt;R&gt; for Roman numeral I, II, III</a:t>
            </a:r>
          </a:p>
          <a:p>
            <a:pPr lvl="1"/>
            <a:r>
              <a:rPr lang="en-US" noProof="0" dirty="0"/>
              <a:t>&lt;RL&gt; for lower-case Roman numeral </a:t>
            </a:r>
            <a:r>
              <a:rPr lang="en-US" noProof="0" dirty="0" err="1"/>
              <a:t>i</a:t>
            </a:r>
            <a:r>
              <a:rPr lang="en-US" noProof="0" dirty="0"/>
              <a:t>, ii, iii</a:t>
            </a:r>
          </a:p>
          <a:p>
            <a:pPr lvl="1"/>
            <a:r>
              <a:rPr lang="en-US" noProof="0" dirty="0"/>
              <a:t>&lt;A&gt; for alphabetic character A, B, C</a:t>
            </a:r>
          </a:p>
          <a:p>
            <a:pPr lvl="1"/>
            <a:r>
              <a:rPr lang="en-US" noProof="0" dirty="0"/>
              <a:t>&lt;AL&gt; for lower-case Alphabetic character</a:t>
            </a:r>
          </a:p>
          <a:p>
            <a:pPr lvl="1"/>
            <a:r>
              <a:rPr lang="en-US" noProof="0" dirty="0"/>
              <a:t>&lt;TEXT&gt;</a:t>
            </a:r>
          </a:p>
          <a:p>
            <a:pPr lvl="1"/>
            <a:r>
              <a:rPr lang="en-US" noProof="0" dirty="0"/>
              <a:t>&lt;RESPONSIBLE&gt;</a:t>
            </a:r>
          </a:p>
          <a:p>
            <a:pPr lvl="1"/>
            <a:r>
              <a:rPr lang="en-US" noProof="0" dirty="0"/>
              <a:t>&lt;TIMESLOT&gt;</a:t>
            </a:r>
          </a:p>
          <a:p>
            <a:pPr lvl="1"/>
            <a:r>
              <a:rPr lang="en-US" noProof="0" dirty="0"/>
              <a:t>&lt;DURATION&gt; for duration</a:t>
            </a:r>
          </a:p>
          <a:p>
            <a:pPr lvl="1"/>
            <a:r>
              <a:rPr lang="en-US" noProof="0" dirty="0"/>
              <a:t>&lt;P&gt; for page number</a:t>
            </a:r>
          </a:p>
          <a:p>
            <a:pPr lvl="0"/>
            <a:r>
              <a:rPr lang="en-US" noProof="0" dirty="0"/>
              <a:t>If you want the agenda to be vertically centered on each Agenda slide, rename this layout to: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SP Agenda Vertical</a:t>
            </a:r>
          </a:p>
        </p:txBody>
      </p:sp>
      <p:grpSp>
        <p:nvGrpSpPr>
          <p:cNvPr id="3" name="SP Agenda Section" hidden="1"/>
          <p:cNvGrpSpPr/>
          <p:nvPr userDrawn="1"/>
        </p:nvGrpSpPr>
        <p:grpSpPr>
          <a:xfrm>
            <a:off x="385100" y="2085631"/>
            <a:ext cx="8657275" cy="369332"/>
            <a:chOff x="1797664" y="2085631"/>
            <a:chExt cx="8657274" cy="369332"/>
          </a:xfrm>
        </p:grpSpPr>
        <p:sp>
          <p:nvSpPr>
            <p:cNvPr id="20" name="Textbox"/>
            <p:cNvSpPr txBox="1">
              <a:spLocks/>
            </p:cNvSpPr>
            <p:nvPr userDrawn="1"/>
          </p:nvSpPr>
          <p:spPr>
            <a:xfrm>
              <a:off x="2267220" y="2085631"/>
              <a:ext cx="3843347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dirty="0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21" name="Textbox"/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22" name="Textbox"/>
            <p:cNvSpPr txBox="1">
              <a:spLocks/>
            </p:cNvSpPr>
            <p:nvPr userDrawn="1"/>
          </p:nvSpPr>
          <p:spPr>
            <a:xfrm>
              <a:off x="9817944" y="2085631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&lt;P&gt;</a:t>
              </a:r>
            </a:p>
          </p:txBody>
        </p:sp>
        <p:sp>
          <p:nvSpPr>
            <p:cNvPr id="24" name="Textbox"/>
            <p:cNvSpPr txBox="1">
              <a:spLocks/>
            </p:cNvSpPr>
            <p:nvPr userDrawn="1"/>
          </p:nvSpPr>
          <p:spPr>
            <a:xfrm>
              <a:off x="7696160" y="2085631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chemeClr val="tx1"/>
                  </a:solidFill>
                </a:rPr>
                <a:t>&lt;TIMESLOT&gt;</a:t>
              </a:r>
            </a:p>
          </p:txBody>
        </p:sp>
        <p:sp>
          <p:nvSpPr>
            <p:cNvPr id="28" name="Textbox"/>
            <p:cNvSpPr txBox="1">
              <a:spLocks/>
            </p:cNvSpPr>
            <p:nvPr userDrawn="1"/>
          </p:nvSpPr>
          <p:spPr>
            <a:xfrm>
              <a:off x="6209330" y="2085631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chemeClr val="tx1"/>
                  </a:solidFill>
                </a:rPr>
                <a:t>&lt;RESPONSIBLE&gt;</a:t>
              </a:r>
            </a:p>
          </p:txBody>
        </p:sp>
        <p:sp>
          <p:nvSpPr>
            <p:cNvPr id="29" name="Textbox"/>
            <p:cNvSpPr txBox="1">
              <a:spLocks/>
            </p:cNvSpPr>
            <p:nvPr userDrawn="1"/>
          </p:nvSpPr>
          <p:spPr>
            <a:xfrm>
              <a:off x="9043221" y="2085631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chemeClr val="tx1"/>
                  </a:solidFill>
                </a:rPr>
                <a:t>&lt;DURATION&gt;</a:t>
              </a:r>
            </a:p>
          </p:txBody>
        </p:sp>
      </p:grpSp>
      <p:grpSp>
        <p:nvGrpSpPr>
          <p:cNvPr id="4" name="SP Agenda Section Highlight" hidden="1"/>
          <p:cNvGrpSpPr>
            <a:grpSpLocks/>
          </p:cNvGrpSpPr>
          <p:nvPr userDrawn="1"/>
        </p:nvGrpSpPr>
        <p:grpSpPr>
          <a:xfrm>
            <a:off x="385100" y="2616963"/>
            <a:ext cx="8657274" cy="369332"/>
            <a:chOff x="1797664" y="2616963"/>
            <a:chExt cx="8657274" cy="36933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2" name="Textbox"/>
            <p:cNvSpPr txBox="1">
              <a:spLocks/>
            </p:cNvSpPr>
            <p:nvPr userDrawn="1"/>
          </p:nvSpPr>
          <p:spPr>
            <a:xfrm>
              <a:off x="2267220" y="2616963"/>
              <a:ext cx="3843347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b="1" dirty="0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33" name="Textbox"/>
            <p:cNvSpPr txBox="1">
              <a:spLocks/>
            </p:cNvSpPr>
            <p:nvPr userDrawn="1"/>
          </p:nvSpPr>
          <p:spPr>
            <a:xfrm>
              <a:off x="1797664" y="2616963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34" name="Textbox"/>
            <p:cNvSpPr txBox="1">
              <a:spLocks/>
            </p:cNvSpPr>
            <p:nvPr userDrawn="1"/>
          </p:nvSpPr>
          <p:spPr>
            <a:xfrm>
              <a:off x="9817944" y="2616963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b="1" dirty="0">
                  <a:solidFill>
                    <a:schemeClr val="tx1"/>
                  </a:solidFill>
                </a:rPr>
                <a:t>&lt;P&gt;</a:t>
              </a:r>
            </a:p>
          </p:txBody>
        </p:sp>
        <p:sp>
          <p:nvSpPr>
            <p:cNvPr id="35" name="Textbox"/>
            <p:cNvSpPr txBox="1">
              <a:spLocks/>
            </p:cNvSpPr>
            <p:nvPr userDrawn="1"/>
          </p:nvSpPr>
          <p:spPr>
            <a:xfrm>
              <a:off x="7696160" y="2616963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tx1"/>
                  </a:solidFill>
                </a:rPr>
                <a:t>&lt;TIMESLOT&gt;</a:t>
              </a:r>
            </a:p>
          </p:txBody>
        </p:sp>
        <p:sp>
          <p:nvSpPr>
            <p:cNvPr id="36" name="Textbox"/>
            <p:cNvSpPr txBox="1">
              <a:spLocks/>
            </p:cNvSpPr>
            <p:nvPr userDrawn="1"/>
          </p:nvSpPr>
          <p:spPr>
            <a:xfrm>
              <a:off x="6209330" y="2616963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tx1"/>
                  </a:solidFill>
                </a:rPr>
                <a:t>&lt;RESPONSIBLE&gt;</a:t>
              </a:r>
            </a:p>
          </p:txBody>
        </p:sp>
        <p:sp>
          <p:nvSpPr>
            <p:cNvPr id="37" name="Textbox"/>
            <p:cNvSpPr txBox="1">
              <a:spLocks/>
            </p:cNvSpPr>
            <p:nvPr userDrawn="1"/>
          </p:nvSpPr>
          <p:spPr>
            <a:xfrm>
              <a:off x="9043221" y="2616963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tx1"/>
                  </a:solidFill>
                </a:rPr>
                <a:t>&lt;DURATION&gt;</a:t>
              </a:r>
            </a:p>
          </p:txBody>
        </p:sp>
      </p:grpSp>
      <p:grpSp>
        <p:nvGrpSpPr>
          <p:cNvPr id="8" name="SP Agenda Subsection" hidden="1"/>
          <p:cNvGrpSpPr>
            <a:grpSpLocks/>
          </p:cNvGrpSpPr>
          <p:nvPr userDrawn="1"/>
        </p:nvGrpSpPr>
        <p:grpSpPr>
          <a:xfrm>
            <a:off x="853239" y="3148295"/>
            <a:ext cx="8189135" cy="369332"/>
            <a:chOff x="2265804" y="3155687"/>
            <a:chExt cx="8189134" cy="369332"/>
          </a:xfrm>
        </p:grpSpPr>
        <p:sp>
          <p:nvSpPr>
            <p:cNvPr id="39" name="Textbox"/>
            <p:cNvSpPr txBox="1">
              <a:spLocks/>
            </p:cNvSpPr>
            <p:nvPr userDrawn="1"/>
          </p:nvSpPr>
          <p:spPr>
            <a:xfrm>
              <a:off x="2744123" y="3155687"/>
              <a:ext cx="3366444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dirty="0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40" name="Textbox"/>
            <p:cNvSpPr txBox="1">
              <a:spLocks/>
            </p:cNvSpPr>
            <p:nvPr userDrawn="1"/>
          </p:nvSpPr>
          <p:spPr>
            <a:xfrm>
              <a:off x="2265804" y="3155687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41" name="Textbox"/>
            <p:cNvSpPr txBox="1">
              <a:spLocks/>
            </p:cNvSpPr>
            <p:nvPr userDrawn="1"/>
          </p:nvSpPr>
          <p:spPr>
            <a:xfrm>
              <a:off x="9817944" y="3155687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chemeClr val="tx1"/>
                  </a:solidFill>
                </a:rPr>
                <a:t>&lt;P&gt;</a:t>
              </a:r>
            </a:p>
          </p:txBody>
        </p:sp>
        <p:sp>
          <p:nvSpPr>
            <p:cNvPr id="42" name="Textbox"/>
            <p:cNvSpPr txBox="1">
              <a:spLocks/>
            </p:cNvSpPr>
            <p:nvPr userDrawn="1"/>
          </p:nvSpPr>
          <p:spPr>
            <a:xfrm>
              <a:off x="7696160" y="3155687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chemeClr val="tx1"/>
                  </a:solidFill>
                </a:rPr>
                <a:t>&lt;TIMESLOT&gt;</a:t>
              </a:r>
            </a:p>
          </p:txBody>
        </p:sp>
        <p:sp>
          <p:nvSpPr>
            <p:cNvPr id="43" name="Textbox"/>
            <p:cNvSpPr txBox="1">
              <a:spLocks/>
            </p:cNvSpPr>
            <p:nvPr userDrawn="1"/>
          </p:nvSpPr>
          <p:spPr>
            <a:xfrm>
              <a:off x="6209330" y="3155687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chemeClr val="tx1"/>
                  </a:solidFill>
                </a:rPr>
                <a:t>&lt;RESPONSIBLE&gt;</a:t>
              </a:r>
            </a:p>
          </p:txBody>
        </p:sp>
        <p:sp>
          <p:nvSpPr>
            <p:cNvPr id="44" name="Textbox"/>
            <p:cNvSpPr txBox="1">
              <a:spLocks/>
            </p:cNvSpPr>
            <p:nvPr userDrawn="1"/>
          </p:nvSpPr>
          <p:spPr>
            <a:xfrm>
              <a:off x="9043221" y="3155687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chemeClr val="tx1"/>
                  </a:solidFill>
                </a:rPr>
                <a:t>&lt;DURATION&gt;</a:t>
              </a:r>
            </a:p>
          </p:txBody>
        </p:sp>
      </p:grpSp>
      <p:grpSp>
        <p:nvGrpSpPr>
          <p:cNvPr id="9" name="SP Agenda Subsection Highlight" hidden="1"/>
          <p:cNvGrpSpPr>
            <a:grpSpLocks/>
          </p:cNvGrpSpPr>
          <p:nvPr userDrawn="1"/>
        </p:nvGrpSpPr>
        <p:grpSpPr>
          <a:xfrm>
            <a:off x="853240" y="3679627"/>
            <a:ext cx="8189134" cy="369332"/>
            <a:chOff x="2265804" y="3694411"/>
            <a:chExt cx="8189134" cy="36933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6" name="Textbox"/>
            <p:cNvSpPr txBox="1">
              <a:spLocks/>
            </p:cNvSpPr>
            <p:nvPr userDrawn="1"/>
          </p:nvSpPr>
          <p:spPr>
            <a:xfrm>
              <a:off x="2744123" y="3694411"/>
              <a:ext cx="3366444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b="1" dirty="0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47" name="Textbox"/>
            <p:cNvSpPr txBox="1">
              <a:spLocks/>
            </p:cNvSpPr>
            <p:nvPr userDrawn="1"/>
          </p:nvSpPr>
          <p:spPr>
            <a:xfrm>
              <a:off x="2265804" y="369441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48" name="Textbox"/>
            <p:cNvSpPr txBox="1">
              <a:spLocks/>
            </p:cNvSpPr>
            <p:nvPr userDrawn="1"/>
          </p:nvSpPr>
          <p:spPr>
            <a:xfrm>
              <a:off x="9817944" y="3694411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b="1" dirty="0">
                  <a:solidFill>
                    <a:schemeClr val="tx1"/>
                  </a:solidFill>
                </a:rPr>
                <a:t>&lt;P&gt;</a:t>
              </a:r>
            </a:p>
          </p:txBody>
        </p:sp>
        <p:sp>
          <p:nvSpPr>
            <p:cNvPr id="49" name="Textbox"/>
            <p:cNvSpPr txBox="1">
              <a:spLocks/>
            </p:cNvSpPr>
            <p:nvPr userDrawn="1"/>
          </p:nvSpPr>
          <p:spPr>
            <a:xfrm>
              <a:off x="7696160" y="3694411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tx1"/>
                  </a:solidFill>
                </a:rPr>
                <a:t>&lt;TIMESLOT&gt;</a:t>
              </a:r>
            </a:p>
          </p:txBody>
        </p:sp>
        <p:sp>
          <p:nvSpPr>
            <p:cNvPr id="50" name="Textbox"/>
            <p:cNvSpPr txBox="1">
              <a:spLocks/>
            </p:cNvSpPr>
            <p:nvPr userDrawn="1"/>
          </p:nvSpPr>
          <p:spPr>
            <a:xfrm>
              <a:off x="6209330" y="3694411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tx1"/>
                  </a:solidFill>
                </a:rPr>
                <a:t>&lt;RESPONSIBLE&gt;</a:t>
              </a:r>
            </a:p>
          </p:txBody>
        </p:sp>
        <p:sp>
          <p:nvSpPr>
            <p:cNvPr id="51" name="Textbox"/>
            <p:cNvSpPr txBox="1">
              <a:spLocks/>
            </p:cNvSpPr>
            <p:nvPr userDrawn="1"/>
          </p:nvSpPr>
          <p:spPr>
            <a:xfrm>
              <a:off x="9043221" y="3694411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chemeClr val="tx1"/>
                  </a:solidFill>
                </a:rPr>
                <a:t>&lt;DURATION&gt;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AD3FC5EF-E69D-4618-8443-A903DF0604E7}"/>
              </a:ext>
            </a:extLst>
          </p:cNvPr>
          <p:cNvSpPr>
            <a:spLocks noGrp="1"/>
          </p:cNvSpPr>
          <p:nvPr>
            <p:ph type="title" idx="14" hasCustomPrompt="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8" name="Bar">
            <a:extLst>
              <a:ext uri="{FF2B5EF4-FFF2-40B4-BE49-F238E27FC236}">
                <a16:creationId xmlns:a16="http://schemas.microsoft.com/office/drawing/2014/main" id="{138C5D1F-7025-4361-82C0-442529977361}"/>
              </a:ext>
            </a:extLst>
          </p:cNvPr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99548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Divi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SP Agenda Section" hidden="1">
            <a:extLst>
              <a:ext uri="{FF2B5EF4-FFF2-40B4-BE49-F238E27FC236}">
                <a16:creationId xmlns:a16="http://schemas.microsoft.com/office/drawing/2014/main" id="{91D61CFA-1A29-4B89-8F49-1E216E25DD2B}"/>
              </a:ext>
            </a:extLst>
          </p:cNvPr>
          <p:cNvGrpSpPr>
            <a:grpSpLocks/>
          </p:cNvGrpSpPr>
          <p:nvPr userDrawn="1"/>
        </p:nvGrpSpPr>
        <p:grpSpPr>
          <a:xfrm>
            <a:off x="381000" y="4096092"/>
            <a:ext cx="10080000" cy="369332"/>
            <a:chOff x="1797664" y="2085631"/>
            <a:chExt cx="5940745" cy="369332"/>
          </a:xfrm>
        </p:grpSpPr>
        <p:sp>
          <p:nvSpPr>
            <p:cNvPr id="72" name="Textbox">
              <a:extLst>
                <a:ext uri="{FF2B5EF4-FFF2-40B4-BE49-F238E27FC236}">
                  <a16:creationId xmlns:a16="http://schemas.microsoft.com/office/drawing/2014/main" id="{8BF45C0E-D24F-4800-98B2-20E0A3AC8C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140025" y="2085631"/>
              <a:ext cx="5598384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3600" b="1" dirty="0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73" name="Textbox">
              <a:extLst>
                <a:ext uri="{FF2B5EF4-FFF2-40B4-BE49-F238E27FC236}">
                  <a16:creationId xmlns:a16="http://schemas.microsoft.com/office/drawing/2014/main" id="{B36140C3-09D5-4D3F-906D-270C63E3402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74" name="Textbox">
              <a:extLst>
                <a:ext uri="{FF2B5EF4-FFF2-40B4-BE49-F238E27FC236}">
                  <a16:creationId xmlns:a16="http://schemas.microsoft.com/office/drawing/2014/main" id="{871FFF1F-6558-47A3-B57A-1327C25BF06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chemeClr val="bg1"/>
                  </a:solidFill>
                </a:rPr>
                <a:t>&lt;P&gt;</a:t>
              </a:r>
            </a:p>
          </p:txBody>
        </p:sp>
        <p:sp>
          <p:nvSpPr>
            <p:cNvPr id="75" name="Textbox">
              <a:extLst>
                <a:ext uri="{FF2B5EF4-FFF2-40B4-BE49-F238E27FC236}">
                  <a16:creationId xmlns:a16="http://schemas.microsoft.com/office/drawing/2014/main" id="{98FFC8B2-AAEA-4B46-BACD-C8587958201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dirty="0">
                  <a:solidFill>
                    <a:schemeClr val="bg1"/>
                  </a:solidFill>
                </a:rPr>
                <a:t>&lt;TIMESLOT&gt;</a:t>
              </a:r>
            </a:p>
          </p:txBody>
        </p:sp>
        <p:sp>
          <p:nvSpPr>
            <p:cNvPr id="76" name="Textbox">
              <a:extLst>
                <a:ext uri="{FF2B5EF4-FFF2-40B4-BE49-F238E27FC236}">
                  <a16:creationId xmlns:a16="http://schemas.microsoft.com/office/drawing/2014/main" id="{0E8F7A35-E5F6-48B1-BC2B-4D8D2886AA7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dirty="0">
                  <a:solidFill>
                    <a:schemeClr val="bg1"/>
                  </a:solidFill>
                </a:rPr>
                <a:t>&lt;RESPONSIBLE&gt;</a:t>
              </a:r>
            </a:p>
          </p:txBody>
        </p:sp>
        <p:sp>
          <p:nvSpPr>
            <p:cNvPr id="77" name="Textbox">
              <a:extLst>
                <a:ext uri="{FF2B5EF4-FFF2-40B4-BE49-F238E27FC236}">
                  <a16:creationId xmlns:a16="http://schemas.microsoft.com/office/drawing/2014/main" id="{D42D33A2-C40A-44B6-BE0C-4D7653C496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dirty="0">
                  <a:solidFill>
                    <a:schemeClr val="bg1"/>
                  </a:solidFill>
                </a:rPr>
                <a:t>&lt;DURATION&gt;</a:t>
              </a:r>
            </a:p>
          </p:txBody>
        </p:sp>
      </p:grpSp>
      <p:sp>
        <p:nvSpPr>
          <p:cNvPr id="31" name="SP Agenda Notice" hidden="1"/>
          <p:cNvSpPr>
            <a:spLocks noGrp="1"/>
          </p:cNvSpPr>
          <p:nvPr>
            <p:ph sz="quarter" idx="13" hasCustomPrompt="1"/>
          </p:nvPr>
        </p:nvSpPr>
        <p:spPr>
          <a:xfrm>
            <a:off x="12344400" y="48315"/>
            <a:ext cx="3103200" cy="0"/>
          </a:xfrm>
          <a:prstGeom prst="rect">
            <a:avLst/>
          </a:prstGeo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800" b="0" i="0" baseline="0">
                <a:solidFill>
                  <a:schemeClr val="tx1"/>
                </a:solidFill>
              </a:defRPr>
            </a:lvl1pPr>
            <a:lvl2pPr marL="172641" marR="0" indent="-171450" algn="l" defTabSz="6845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aseline="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0" dirty="0"/>
              <a:t>This is the </a:t>
            </a:r>
            <a:r>
              <a:rPr lang="en-US" noProof="0" dirty="0" err="1"/>
              <a:t>SlideProof</a:t>
            </a:r>
            <a:r>
              <a:rPr lang="en-US" noProof="0" dirty="0"/>
              <a:t> Agenda Layout</a:t>
            </a:r>
          </a:p>
          <a:p>
            <a:pPr lvl="0"/>
            <a:r>
              <a:rPr lang="en-US" noProof="0" dirty="0"/>
              <a:t>http://www.veodin.com/slideproof/manual/agenda/</a:t>
            </a:r>
          </a:p>
          <a:p>
            <a:pPr lvl="0"/>
            <a:r>
              <a:rPr lang="en-US" noProof="0" dirty="0"/>
              <a:t>Use the Selection Pane (Alt+F10) to make the hidden shapes of the Agenda visible. Make sure you group them again after editing and rename them with </a:t>
            </a:r>
            <a:r>
              <a:rPr lang="en-US" noProof="0" dirty="0" err="1"/>
              <a:t>SlideProof</a:t>
            </a:r>
            <a:r>
              <a:rPr lang="en-US" noProof="0" dirty="0"/>
              <a:t> &gt; Agenda &gt; Rename Agenda Groups</a:t>
            </a:r>
          </a:p>
          <a:p>
            <a:pPr lvl="0"/>
            <a:r>
              <a:rPr lang="en-US" noProof="0" dirty="0"/>
              <a:t>Expected group names are: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SP Agenda Section - Mandatory</a:t>
            </a:r>
          </a:p>
          <a:p>
            <a:pPr lvl="1"/>
            <a:r>
              <a:rPr lang="en-US" noProof="0" dirty="0"/>
              <a:t>SP Agenda Section Highlight - Highlight the current section</a:t>
            </a:r>
          </a:p>
          <a:p>
            <a:pPr lvl="1"/>
            <a:r>
              <a:rPr lang="en-US" noProof="0" dirty="0"/>
              <a:t>SP Agenda Subsection - Mandatory if showing subsections</a:t>
            </a:r>
          </a:p>
          <a:p>
            <a:pPr lvl="1"/>
            <a:r>
              <a:rPr lang="en-US" noProof="0" dirty="0"/>
              <a:t>SP Agenda Subsection Highlight - Highlight the current subsection</a:t>
            </a:r>
          </a:p>
          <a:p>
            <a:pPr lvl="0"/>
            <a:r>
              <a:rPr lang="en-US" noProof="0" dirty="0"/>
              <a:t>Any shapes or images inside the groups will appear on the agenda pages. This notice (SP Agenda Notice) will not appear on the agenda pages.</a:t>
            </a:r>
          </a:p>
          <a:p>
            <a:pPr lvl="0"/>
            <a:r>
              <a:rPr lang="en-US" noProof="0" dirty="0"/>
              <a:t>Valid text placeholders are: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Section number:</a:t>
            </a:r>
          </a:p>
          <a:p>
            <a:pPr lvl="1"/>
            <a:r>
              <a:rPr lang="en-US" noProof="0" dirty="0"/>
              <a:t>&lt;N&gt; for Arabic number 1, 2, 3</a:t>
            </a:r>
          </a:p>
          <a:p>
            <a:pPr lvl="1"/>
            <a:r>
              <a:rPr lang="en-US" noProof="0" dirty="0"/>
              <a:t>&lt;R&gt; for Roman numeral I, II, III</a:t>
            </a:r>
          </a:p>
          <a:p>
            <a:pPr lvl="1"/>
            <a:r>
              <a:rPr lang="en-US" noProof="0" dirty="0"/>
              <a:t>&lt;RL&gt; for lower-case Roman numeral </a:t>
            </a:r>
            <a:r>
              <a:rPr lang="en-US" noProof="0" dirty="0" err="1"/>
              <a:t>i</a:t>
            </a:r>
            <a:r>
              <a:rPr lang="en-US" noProof="0" dirty="0"/>
              <a:t>, ii, iii</a:t>
            </a:r>
          </a:p>
          <a:p>
            <a:pPr lvl="1"/>
            <a:r>
              <a:rPr lang="en-US" noProof="0" dirty="0"/>
              <a:t>&lt;A&gt; for alphabetic character A, B, C</a:t>
            </a:r>
          </a:p>
          <a:p>
            <a:pPr lvl="1"/>
            <a:r>
              <a:rPr lang="en-US" noProof="0" dirty="0"/>
              <a:t>&lt;AL&gt; for lower-case Alphabetic character</a:t>
            </a:r>
          </a:p>
          <a:p>
            <a:pPr lvl="1"/>
            <a:r>
              <a:rPr lang="en-US" noProof="0" dirty="0"/>
              <a:t>&lt;TEXT&gt;</a:t>
            </a:r>
          </a:p>
          <a:p>
            <a:pPr lvl="1"/>
            <a:r>
              <a:rPr lang="en-US" noProof="0" dirty="0"/>
              <a:t>&lt;RESPONSIBLE&gt;</a:t>
            </a:r>
          </a:p>
          <a:p>
            <a:pPr lvl="1"/>
            <a:r>
              <a:rPr lang="en-US" noProof="0" dirty="0"/>
              <a:t>&lt;TIMESLOT&gt;</a:t>
            </a:r>
          </a:p>
          <a:p>
            <a:pPr lvl="1"/>
            <a:r>
              <a:rPr lang="en-US" noProof="0" dirty="0"/>
              <a:t>&lt;DURATION&gt; for duration</a:t>
            </a:r>
          </a:p>
          <a:p>
            <a:pPr lvl="1"/>
            <a:r>
              <a:rPr lang="en-US" noProof="0" dirty="0"/>
              <a:t>&lt;P&gt; for page number</a:t>
            </a:r>
          </a:p>
          <a:p>
            <a:pPr lvl="0"/>
            <a:r>
              <a:rPr lang="en-US" noProof="0" dirty="0"/>
              <a:t>If you want the agenda to be vertically centered on each Agenda slide, rename this layout to: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SP Agenda Vertical</a:t>
            </a:r>
          </a:p>
        </p:txBody>
      </p:sp>
      <p:grpSp>
        <p:nvGrpSpPr>
          <p:cNvPr id="78" name="SP Agenda Subsection" hidden="1">
            <a:extLst>
              <a:ext uri="{FF2B5EF4-FFF2-40B4-BE49-F238E27FC236}">
                <a16:creationId xmlns:a16="http://schemas.microsoft.com/office/drawing/2014/main" id="{3CDEAECC-3C3D-40DC-8048-05157150AD6E}"/>
              </a:ext>
            </a:extLst>
          </p:cNvPr>
          <p:cNvGrpSpPr>
            <a:grpSpLocks/>
          </p:cNvGrpSpPr>
          <p:nvPr userDrawn="1"/>
        </p:nvGrpSpPr>
        <p:grpSpPr>
          <a:xfrm>
            <a:off x="381000" y="4096092"/>
            <a:ext cx="10080000" cy="369332"/>
            <a:chOff x="1797664" y="2085631"/>
            <a:chExt cx="5940745" cy="369332"/>
          </a:xfrm>
        </p:grpSpPr>
        <p:sp>
          <p:nvSpPr>
            <p:cNvPr id="79" name="Textbox">
              <a:extLst>
                <a:ext uri="{FF2B5EF4-FFF2-40B4-BE49-F238E27FC236}">
                  <a16:creationId xmlns:a16="http://schemas.microsoft.com/office/drawing/2014/main" id="{584D4FFB-892A-49C8-973F-893B258E19B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140025" y="2085631"/>
              <a:ext cx="5598384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3600" b="1" dirty="0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80" name="Textbox">
              <a:extLst>
                <a:ext uri="{FF2B5EF4-FFF2-40B4-BE49-F238E27FC236}">
                  <a16:creationId xmlns:a16="http://schemas.microsoft.com/office/drawing/2014/main" id="{BB144044-4B4E-495D-8D8D-9D01BCCA9A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81" name="Textbox">
              <a:extLst>
                <a:ext uri="{FF2B5EF4-FFF2-40B4-BE49-F238E27FC236}">
                  <a16:creationId xmlns:a16="http://schemas.microsoft.com/office/drawing/2014/main" id="{72849E41-8C22-4F28-A058-02BC25DF49B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000" b="1" dirty="0">
                  <a:solidFill>
                    <a:schemeClr val="bg1"/>
                  </a:solidFill>
                </a:rPr>
                <a:t>&lt;P&gt;</a:t>
              </a:r>
            </a:p>
          </p:txBody>
        </p:sp>
        <p:sp>
          <p:nvSpPr>
            <p:cNvPr id="82" name="Textbox">
              <a:extLst>
                <a:ext uri="{FF2B5EF4-FFF2-40B4-BE49-F238E27FC236}">
                  <a16:creationId xmlns:a16="http://schemas.microsoft.com/office/drawing/2014/main" id="{CA1BEB0B-B88B-4782-BF66-3BC90122CA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 dirty="0">
                  <a:solidFill>
                    <a:schemeClr val="bg1"/>
                  </a:solidFill>
                </a:rPr>
                <a:t>&lt;TIMESLOT&gt;</a:t>
              </a:r>
            </a:p>
          </p:txBody>
        </p:sp>
        <p:sp>
          <p:nvSpPr>
            <p:cNvPr id="83" name="Textbox">
              <a:extLst>
                <a:ext uri="{FF2B5EF4-FFF2-40B4-BE49-F238E27FC236}">
                  <a16:creationId xmlns:a16="http://schemas.microsoft.com/office/drawing/2014/main" id="{2488CE60-C0C7-4375-8E28-316DE55D3D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 dirty="0">
                  <a:solidFill>
                    <a:schemeClr val="bg1"/>
                  </a:solidFill>
                </a:rPr>
                <a:t>&lt;RESPONSIBLE&gt;</a:t>
              </a:r>
            </a:p>
          </p:txBody>
        </p:sp>
        <p:sp>
          <p:nvSpPr>
            <p:cNvPr id="84" name="Textbox">
              <a:extLst>
                <a:ext uri="{FF2B5EF4-FFF2-40B4-BE49-F238E27FC236}">
                  <a16:creationId xmlns:a16="http://schemas.microsoft.com/office/drawing/2014/main" id="{FDCF7982-797D-46DB-BA8C-F96B93FBBFA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 dirty="0">
                  <a:solidFill>
                    <a:schemeClr val="bg1"/>
                  </a:solidFill>
                </a:rPr>
                <a:t>&lt;DURATION&gt;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42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ement">
            <a:extLst>
              <a:ext uri="{FF2B5EF4-FFF2-40B4-BE49-F238E27FC236}">
                <a16:creationId xmlns:a16="http://schemas.microsoft.com/office/drawing/2014/main" id="{C38F67B8-84E4-471A-83C2-5829945DB925}"/>
              </a:ext>
            </a:extLst>
          </p:cNvPr>
          <p:cNvSpPr>
            <a:spLocks noChangeAspect="1"/>
          </p:cNvSpPr>
          <p:nvPr>
            <p:custDataLst>
              <p:tags r:id="rId49"/>
            </p:custDataLst>
          </p:nvPr>
        </p:nvSpPr>
        <p:spPr>
          <a:xfrm>
            <a:off x="381000" y="6246577"/>
            <a:ext cx="951511" cy="272927"/>
          </a:xfrm>
          <a:custGeom>
            <a:avLst/>
            <a:gdLst>
              <a:gd name="connsiteX0" fmla="*/ 0 w 951511"/>
              <a:gd name="connsiteY0" fmla="*/ 0 h 272927"/>
              <a:gd name="connsiteX1" fmla="*/ 0 w 951511"/>
              <a:gd name="connsiteY1" fmla="*/ 272927 h 272927"/>
              <a:gd name="connsiteX2" fmla="*/ 0 w 951511"/>
              <a:gd name="connsiteY2" fmla="*/ 272927 h 272927"/>
              <a:gd name="connsiteX3" fmla="*/ 951511 w 951511"/>
              <a:gd name="connsiteY3" fmla="*/ 272927 h 272927"/>
              <a:gd name="connsiteX4" fmla="*/ 951511 w 951511"/>
              <a:gd name="connsiteY4" fmla="*/ 0 h 272927"/>
              <a:gd name="connsiteX5" fmla="*/ 0 w 951511"/>
              <a:gd name="connsiteY5" fmla="*/ 0 h 272927"/>
              <a:gd name="connsiteX6" fmla="*/ 891783 w 951511"/>
              <a:gd name="connsiteY6" fmla="*/ 214028 h 272927"/>
              <a:gd name="connsiteX7" fmla="*/ 59729 w 951511"/>
              <a:gd name="connsiteY7" fmla="*/ 214028 h 272927"/>
              <a:gd name="connsiteX8" fmla="*/ 59729 w 951511"/>
              <a:gd name="connsiteY8" fmla="*/ 59729 h 272927"/>
              <a:gd name="connsiteX9" fmla="*/ 892612 w 951511"/>
              <a:gd name="connsiteY9" fmla="*/ 59729 h 272927"/>
              <a:gd name="connsiteX10" fmla="*/ 892612 w 951511"/>
              <a:gd name="connsiteY10" fmla="*/ 214028 h 272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51511" h="272927">
                <a:moveTo>
                  <a:pt x="0" y="0"/>
                </a:moveTo>
                <a:lnTo>
                  <a:pt x="0" y="272927"/>
                </a:lnTo>
                <a:lnTo>
                  <a:pt x="0" y="272927"/>
                </a:lnTo>
                <a:lnTo>
                  <a:pt x="951511" y="272927"/>
                </a:lnTo>
                <a:lnTo>
                  <a:pt x="951511" y="0"/>
                </a:lnTo>
                <a:lnTo>
                  <a:pt x="0" y="0"/>
                </a:lnTo>
                <a:close/>
                <a:moveTo>
                  <a:pt x="891783" y="214028"/>
                </a:moveTo>
                <a:lnTo>
                  <a:pt x="59729" y="214028"/>
                </a:lnTo>
                <a:lnTo>
                  <a:pt x="59729" y="59729"/>
                </a:lnTo>
                <a:lnTo>
                  <a:pt x="892612" y="59729"/>
                </a:lnTo>
                <a:lnTo>
                  <a:pt x="892612" y="214028"/>
                </a:lnTo>
                <a:close/>
              </a:path>
            </a:pathLst>
          </a:custGeom>
          <a:solidFill>
            <a:srgbClr val="01A982"/>
          </a:solidFill>
          <a:ln w="82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  <p:custDataLst>
              <p:tags r:id="rId50"/>
            </p:custDataLst>
          </p:nvPr>
        </p:nvSpPr>
        <p:spPr>
          <a:xfrm>
            <a:off x="285909" y="998682"/>
            <a:ext cx="11498104" cy="4571999"/>
          </a:xfrm>
          <a:prstGeom prst="rect">
            <a:avLst/>
          </a:prstGeom>
          <a:ln w="57150">
            <a:noFill/>
            <a:miter lim="800000"/>
          </a:ln>
        </p:spPr>
        <p:txBody>
          <a:bodyPr vert="horz" lIns="9144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  <p:custDataLst>
              <p:tags r:id="rId51"/>
            </p:custDataLst>
          </p:nvPr>
        </p:nvSpPr>
        <p:spPr>
          <a:xfrm>
            <a:off x="285743" y="391852"/>
            <a:ext cx="11498270" cy="401362"/>
          </a:xfrm>
          <a:prstGeom prst="rect">
            <a:avLst/>
          </a:prstGeom>
          <a:ln w="57150">
            <a:noFill/>
            <a:miter lim="800000"/>
          </a:ln>
        </p:spPr>
        <p:txBody>
          <a:bodyPr vert="horz" lIns="91440" tIns="91440" rIns="91440" bIns="9144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65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96" r:id="rId2"/>
    <p:sldLayoutId id="2147483702" r:id="rId3"/>
    <p:sldLayoutId id="2147483701" r:id="rId4"/>
    <p:sldLayoutId id="2147483705" r:id="rId5"/>
    <p:sldLayoutId id="2147483661" r:id="rId6"/>
    <p:sldLayoutId id="2147483662" r:id="rId7"/>
    <p:sldLayoutId id="2147483663" r:id="rId8"/>
    <p:sldLayoutId id="2147483685" r:id="rId9"/>
    <p:sldLayoutId id="2147483686" r:id="rId10"/>
    <p:sldLayoutId id="2147483666" r:id="rId11"/>
    <p:sldLayoutId id="2147483756" r:id="rId12"/>
    <p:sldLayoutId id="2147483668" r:id="rId13"/>
    <p:sldLayoutId id="2147483669" r:id="rId14"/>
    <p:sldLayoutId id="2147483652" r:id="rId15"/>
    <p:sldLayoutId id="2147483698" r:id="rId16"/>
    <p:sldLayoutId id="2147483755" r:id="rId17"/>
    <p:sldLayoutId id="2147483670" r:id="rId18"/>
    <p:sldLayoutId id="2147483671" r:id="rId19"/>
    <p:sldLayoutId id="2147483699" r:id="rId20"/>
    <p:sldLayoutId id="2147483672" r:id="rId21"/>
    <p:sldLayoutId id="2147483673" r:id="rId22"/>
    <p:sldLayoutId id="2147483654" r:id="rId23"/>
    <p:sldLayoutId id="2147483679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56" r:id="rId32"/>
    <p:sldLayoutId id="2147483657" r:id="rId33"/>
    <p:sldLayoutId id="2147483758" r:id="rId34"/>
    <p:sldLayoutId id="2147483697" r:id="rId35"/>
    <p:sldLayoutId id="2147483676" r:id="rId36"/>
    <p:sldLayoutId id="2147483677" r:id="rId37"/>
    <p:sldLayoutId id="2147483706" r:id="rId38"/>
    <p:sldLayoutId id="2147483707" r:id="rId39"/>
    <p:sldLayoutId id="2147483704" r:id="rId40"/>
    <p:sldLayoutId id="2147483752" r:id="rId41"/>
    <p:sldLayoutId id="2147483753" r:id="rId42"/>
    <p:sldLayoutId id="2147483703" r:id="rId43"/>
    <p:sldLayoutId id="2147483757" r:id="rId44"/>
    <p:sldLayoutId id="2147483700" r:id="rId45"/>
    <p:sldLayoutId id="2147483759" r:id="rId46"/>
    <p:sldLayoutId id="2147483760" r:id="rId4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400"/>
        </a:spcBef>
        <a:buClrTx/>
        <a:buSzPct val="90000"/>
        <a:buFont typeface="" panose="020B0303030202060203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3716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68680" indent="-13716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5156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17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23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1440" userDrawn="1">
          <p15:clr>
            <a:srgbClr val="F26B43"/>
          </p15:clr>
        </p15:guide>
        <p15:guide id="8" orient="horz" pos="2880" userDrawn="1">
          <p15:clr>
            <a:srgbClr val="F26B43"/>
          </p15:clr>
        </p15:guide>
        <p15:guide id="9" pos="2568" userDrawn="1">
          <p15:clr>
            <a:srgbClr val="F26B43"/>
          </p15:clr>
        </p15:guide>
        <p15:guide id="10" pos="5112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26" Type="http://schemas.openxmlformats.org/officeDocument/2006/relationships/tags" Target="../tags/tag64.xml"/><Relationship Id="rId3" Type="http://schemas.openxmlformats.org/officeDocument/2006/relationships/tags" Target="../tags/tag41.xml"/><Relationship Id="rId21" Type="http://schemas.openxmlformats.org/officeDocument/2006/relationships/tags" Target="../tags/tag59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5" Type="http://schemas.openxmlformats.org/officeDocument/2006/relationships/tags" Target="../tags/tag63.xml"/><Relationship Id="rId33" Type="http://schemas.openxmlformats.org/officeDocument/2006/relationships/image" Target="../media/image8.png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tags" Target="../tags/tag58.xml"/><Relationship Id="rId29" Type="http://schemas.openxmlformats.org/officeDocument/2006/relationships/notesSlide" Target="../notesSlides/notesSlide1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24" Type="http://schemas.openxmlformats.org/officeDocument/2006/relationships/tags" Target="../tags/tag62.xml"/><Relationship Id="rId32" Type="http://schemas.openxmlformats.org/officeDocument/2006/relationships/image" Target="../media/image7.png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23" Type="http://schemas.openxmlformats.org/officeDocument/2006/relationships/tags" Target="../tags/tag61.xml"/><Relationship Id="rId28" Type="http://schemas.openxmlformats.org/officeDocument/2006/relationships/slideLayout" Target="../slideLayouts/slideLayout24.xml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31" Type="http://schemas.openxmlformats.org/officeDocument/2006/relationships/image" Target="../media/image6.png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Relationship Id="rId22" Type="http://schemas.openxmlformats.org/officeDocument/2006/relationships/tags" Target="../tags/tag60.xml"/><Relationship Id="rId27" Type="http://schemas.openxmlformats.org/officeDocument/2006/relationships/tags" Target="../tags/tag65.xml"/><Relationship Id="rId30" Type="http://schemas.openxmlformats.org/officeDocument/2006/relationships/image" Target="../media/image5.png"/><Relationship Id="rId8" Type="http://schemas.openxmlformats.org/officeDocument/2006/relationships/tags" Target="../tags/tag4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tags" Target="../tags/tag78.xml"/><Relationship Id="rId18" Type="http://schemas.openxmlformats.org/officeDocument/2006/relationships/image" Target="../media/image6.png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tags" Target="../tags/tag77.xml"/><Relationship Id="rId17" Type="http://schemas.openxmlformats.org/officeDocument/2006/relationships/image" Target="../media/image5.png"/><Relationship Id="rId2" Type="http://schemas.openxmlformats.org/officeDocument/2006/relationships/tags" Target="../tags/tag67.xml"/><Relationship Id="rId16" Type="http://schemas.openxmlformats.org/officeDocument/2006/relationships/notesSlide" Target="../notesSlides/notesSlide2.xml"/><Relationship Id="rId20" Type="http://schemas.openxmlformats.org/officeDocument/2006/relationships/image" Target="../media/image8.png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5" Type="http://schemas.openxmlformats.org/officeDocument/2006/relationships/tags" Target="../tags/tag70.xml"/><Relationship Id="rId15" Type="http://schemas.openxmlformats.org/officeDocument/2006/relationships/slideLayout" Target="../slideLayouts/slideLayout24.xml"/><Relationship Id="rId10" Type="http://schemas.openxmlformats.org/officeDocument/2006/relationships/tags" Target="../tags/tag75.xml"/><Relationship Id="rId19" Type="http://schemas.openxmlformats.org/officeDocument/2006/relationships/image" Target="../media/image7.png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>
            <p:custDataLst>
              <p:tags r:id="rId1"/>
            </p:custDataLst>
          </p:nvPr>
        </p:nvGrpSpPr>
        <p:grpSpPr>
          <a:xfrm>
            <a:off x="1426536" y="4733206"/>
            <a:ext cx="4774491" cy="433965"/>
            <a:chOff x="622627" y="4208604"/>
            <a:chExt cx="6040217" cy="433965"/>
          </a:xfrm>
        </p:grpSpPr>
        <p:cxnSp>
          <p:nvCxnSpPr>
            <p:cNvPr id="51" name="Straight Arrow Connector 50"/>
            <p:cNvCxnSpPr/>
            <p:nvPr/>
          </p:nvCxnSpPr>
          <p:spPr>
            <a:xfrm flipH="1">
              <a:off x="622627" y="4550265"/>
              <a:ext cx="5744453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01A982"/>
              </a:solidFill>
              <a:prstDash val="solid"/>
              <a:miter lim="800000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>
              <p:custDataLst>
                <p:tags r:id="rId27"/>
              </p:custDataLst>
            </p:nvPr>
          </p:nvSpPr>
          <p:spPr>
            <a:xfrm>
              <a:off x="4339607" y="4208604"/>
              <a:ext cx="2323237" cy="4339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dirty="0"/>
                <a:t>HTTP response</a:t>
              </a: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81746" y="704332"/>
            <a:ext cx="11529254" cy="381000"/>
          </a:xfrm>
        </p:spPr>
        <p:txBody>
          <a:bodyPr/>
          <a:lstStyle/>
          <a:p>
            <a:r>
              <a:rPr lang="en-US" dirty="0"/>
              <a:t>Offload Redfish processing from BMC to devices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85743" y="391852"/>
            <a:ext cx="11498270" cy="401362"/>
          </a:xfrm>
        </p:spPr>
        <p:txBody>
          <a:bodyPr/>
          <a:lstStyle/>
          <a:p>
            <a:r>
              <a:rPr lang="en-US" dirty="0"/>
              <a:t>Introduction to PDLM</a:t>
            </a:r>
          </a:p>
        </p:txBody>
      </p:sp>
      <p:sp>
        <p:nvSpPr>
          <p:cNvPr id="6" name="Rounded Rectangle 5"/>
          <p:cNvSpPr/>
          <p:nvPr>
            <p:custDataLst>
              <p:tags r:id="rId4"/>
            </p:custDataLst>
          </p:nvPr>
        </p:nvSpPr>
        <p:spPr bwMode="ltGray">
          <a:xfrm>
            <a:off x="6361888" y="1280068"/>
            <a:ext cx="5830111" cy="5022307"/>
          </a:xfrm>
          <a:prstGeom prst="roundRect">
            <a:avLst/>
          </a:prstGeom>
          <a:solidFill>
            <a:srgbClr val="C6C9CA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2"/>
          <a:stretch/>
        </p:blipFill>
        <p:spPr>
          <a:xfrm>
            <a:off x="9961124" y="1581396"/>
            <a:ext cx="1831427" cy="17285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607990" y="1840006"/>
            <a:ext cx="1223080" cy="1211148"/>
          </a:xfrm>
          <a:prstGeom prst="rect">
            <a:avLst/>
          </a:prstGeom>
        </p:spPr>
      </p:pic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472094" y="1430774"/>
            <a:ext cx="1817628" cy="525238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dirty="0"/>
              <a:t>Redfish Service</a:t>
            </a:r>
          </a:p>
        </p:txBody>
      </p:sp>
      <p:sp>
        <p:nvSpPr>
          <p:cNvPr id="27" name="TextBox 26"/>
          <p:cNvSpPr txBox="1"/>
          <p:nvPr>
            <p:custDataLst>
              <p:tags r:id="rId6"/>
            </p:custDataLst>
          </p:nvPr>
        </p:nvSpPr>
        <p:spPr>
          <a:xfrm>
            <a:off x="8029116" y="2123738"/>
            <a:ext cx="1831427" cy="3508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200" dirty="0"/>
              <a:t>BEJ* over PLDM over MCTP </a:t>
            </a:r>
          </a:p>
        </p:txBody>
      </p:sp>
      <p:grpSp>
        <p:nvGrpSpPr>
          <p:cNvPr id="37" name="Group 36"/>
          <p:cNvGrpSpPr/>
          <p:nvPr>
            <p:custDataLst>
              <p:tags r:id="rId7"/>
            </p:custDataLst>
          </p:nvPr>
        </p:nvGrpSpPr>
        <p:grpSpPr>
          <a:xfrm>
            <a:off x="82655" y="1178781"/>
            <a:ext cx="6279233" cy="2612441"/>
            <a:chOff x="82654" y="1485637"/>
            <a:chExt cx="7202373" cy="2859989"/>
          </a:xfrm>
        </p:grpSpPr>
        <p:grpSp>
          <p:nvGrpSpPr>
            <p:cNvPr id="29" name="Group 28"/>
            <p:cNvGrpSpPr/>
            <p:nvPr/>
          </p:nvGrpSpPr>
          <p:grpSpPr>
            <a:xfrm>
              <a:off x="4884307" y="1485637"/>
              <a:ext cx="2015161" cy="1370134"/>
              <a:chOff x="4884307" y="1485637"/>
              <a:chExt cx="2015161" cy="1370134"/>
            </a:xfrm>
          </p:grpSpPr>
          <p:pic>
            <p:nvPicPr>
              <p:cNvPr id="30" name="Picture 29"/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884307" y="1969249"/>
                <a:ext cx="1879929" cy="886522"/>
              </a:xfrm>
              <a:prstGeom prst="rect">
                <a:avLst/>
              </a:prstGeom>
              <a:ln/>
            </p:spPr>
          </p:pic>
          <p:sp>
            <p:nvSpPr>
              <p:cNvPr id="31" name="TextBox 30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4975206" y="1485637"/>
                <a:ext cx="1924262" cy="475086"/>
              </a:xfrm>
              <a:prstGeom prst="rect">
                <a:avLst/>
              </a:prstGeom>
              <a:noFill/>
              <a:ln w="57150">
                <a:noFill/>
                <a:miter lim="800000"/>
              </a:ln>
            </p:spPr>
            <p:txBody>
              <a:bodyPr wrap="square" lIns="91440" tIns="91440" rIns="91440" bIns="91440" rtlCol="0"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400"/>
                  </a:spcBef>
                </a:pPr>
                <a:r>
                  <a:rPr lang="en-US" dirty="0"/>
                  <a:t>Managed server</a:t>
                </a:r>
              </a:p>
            </p:txBody>
          </p:sp>
        </p:grp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2654" y="1993403"/>
              <a:ext cx="1541451" cy="835296"/>
            </a:xfrm>
            <a:prstGeom prst="rect">
              <a:avLst/>
            </a:prstGeom>
            <a:ln/>
          </p:spPr>
        </p:pic>
        <p:cxnSp>
          <p:nvCxnSpPr>
            <p:cNvPr id="33" name="Elbow Connector 32"/>
            <p:cNvCxnSpPr>
              <a:cxnSpLocks/>
              <a:stCxn id="30" idx="3"/>
              <a:endCxn id="6" idx="1"/>
            </p:cNvCxnSpPr>
            <p:nvPr/>
          </p:nvCxnSpPr>
          <p:spPr>
            <a:xfrm>
              <a:off x="6764235" y="2412510"/>
              <a:ext cx="520792" cy="1933116"/>
            </a:xfrm>
            <a:prstGeom prst="bentConnector3">
              <a:avLst>
                <a:gd name="adj1" fmla="val 50000"/>
              </a:avLst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32" idx="3"/>
              <a:endCxn id="30" idx="1"/>
            </p:cNvCxnSpPr>
            <p:nvPr/>
          </p:nvCxnSpPr>
          <p:spPr>
            <a:xfrm>
              <a:off x="1624105" y="2411051"/>
              <a:ext cx="3260201" cy="1459"/>
            </a:xfrm>
            <a:prstGeom prst="straightConnector1">
              <a:avLst/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>
            <p:custDataLst>
              <p:tags r:id="rId8"/>
            </p:custDataLst>
          </p:nvPr>
        </p:nvGrpSpPr>
        <p:grpSpPr>
          <a:xfrm>
            <a:off x="1414411" y="3175577"/>
            <a:ext cx="4611334" cy="433965"/>
            <a:chOff x="607126" y="3713035"/>
            <a:chExt cx="5895274" cy="433965"/>
          </a:xfrm>
        </p:grpSpPr>
        <p:cxnSp>
          <p:nvCxnSpPr>
            <p:cNvPr id="48" name="Straight Arrow Connector 47"/>
            <p:cNvCxnSpPr/>
            <p:nvPr/>
          </p:nvCxnSpPr>
          <p:spPr>
            <a:xfrm flipV="1">
              <a:off x="622627" y="4051300"/>
              <a:ext cx="5879773" cy="23218"/>
            </a:xfrm>
            <a:prstGeom prst="straightConnector1">
              <a:avLst/>
            </a:prstGeom>
            <a:noFill/>
            <a:ln w="57150" cap="flat" cmpd="sng" algn="ctr">
              <a:solidFill>
                <a:srgbClr val="01A982"/>
              </a:solidFill>
              <a:prstDash val="solid"/>
              <a:miter lim="800000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>
              <p:custDataLst>
                <p:tags r:id="rId25"/>
              </p:custDataLst>
            </p:nvPr>
          </p:nvSpPr>
          <p:spPr>
            <a:xfrm>
              <a:off x="607126" y="3713035"/>
              <a:ext cx="1926515" cy="4339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dirty="0"/>
                <a:t>HTTP request</a:t>
              </a:r>
            </a:p>
          </p:txBody>
        </p:sp>
      </p:grpSp>
      <p:cxnSp>
        <p:nvCxnSpPr>
          <p:cNvPr id="46" name="Straight Arrow Connector 45"/>
          <p:cNvCxnSpPr>
            <a:stCxn id="9" idx="3"/>
            <a:endCxn id="7" idx="1"/>
          </p:cNvCxnSpPr>
          <p:nvPr/>
        </p:nvCxnSpPr>
        <p:spPr>
          <a:xfrm>
            <a:off x="7831070" y="2445580"/>
            <a:ext cx="2130054" cy="105"/>
          </a:xfrm>
          <a:prstGeom prst="straightConnector1">
            <a:avLst/>
          </a:prstGeom>
          <a:ln w="57150">
            <a:solidFill>
              <a:srgbClr val="01A98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>
            <p:custDataLst>
              <p:tags r:id="rId9"/>
            </p:custDataLst>
          </p:nvPr>
        </p:nvSpPr>
        <p:spPr>
          <a:xfrm>
            <a:off x="7041333" y="5938758"/>
            <a:ext cx="3453540" cy="3785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400" dirty="0"/>
              <a:t>*BEJ : Binary Encoded JSON (high compression)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0480AB-2628-4327-8D80-B4C01CD5BDE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900982" y="3521744"/>
            <a:ext cx="3877668" cy="350865"/>
            <a:chOff x="6900982" y="3495617"/>
            <a:chExt cx="3877668" cy="350865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7772151" y="3683793"/>
              <a:ext cx="3006499" cy="3625"/>
            </a:xfrm>
            <a:prstGeom prst="straightConnector1">
              <a:avLst/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headEnd type="non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>
              <p:custDataLst>
                <p:tags r:id="rId24"/>
              </p:custDataLst>
            </p:nvPr>
          </p:nvSpPr>
          <p:spPr>
            <a:xfrm>
              <a:off x="6900982" y="3495617"/>
              <a:ext cx="989687" cy="3508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200" dirty="0"/>
                <a:t>request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D0E09A4-209F-47D9-B482-655DC0A42796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957391" y="3867136"/>
            <a:ext cx="3899300" cy="350865"/>
            <a:chOff x="6957391" y="3727795"/>
            <a:chExt cx="3899300" cy="350865"/>
          </a:xfrm>
        </p:grpSpPr>
        <p:cxnSp>
          <p:nvCxnSpPr>
            <p:cNvPr id="36" name="Straight Arrow Connector 35"/>
            <p:cNvCxnSpPr/>
            <p:nvPr/>
          </p:nvCxnSpPr>
          <p:spPr>
            <a:xfrm>
              <a:off x="6957391" y="3903227"/>
              <a:ext cx="275015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headEnd type="triangl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>
              <p:custDataLst>
                <p:tags r:id="rId23"/>
              </p:custDataLst>
            </p:nvPr>
          </p:nvSpPr>
          <p:spPr>
            <a:xfrm>
              <a:off x="9832869" y="3727795"/>
              <a:ext cx="1023822" cy="3508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200" dirty="0"/>
                <a:t> response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58ED4D-36BC-42C5-8C65-B481259BDF4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904817" y="4074732"/>
            <a:ext cx="3877668" cy="350865"/>
            <a:chOff x="6904817" y="3926685"/>
            <a:chExt cx="3877668" cy="350865"/>
          </a:xfrm>
        </p:grpSpPr>
        <p:cxnSp>
          <p:nvCxnSpPr>
            <p:cNvPr id="58" name="Straight Arrow Connector 57"/>
            <p:cNvCxnSpPr/>
            <p:nvPr/>
          </p:nvCxnSpPr>
          <p:spPr>
            <a:xfrm>
              <a:off x="7775986" y="4158406"/>
              <a:ext cx="3006499" cy="3625"/>
            </a:xfrm>
            <a:prstGeom prst="straightConnector1">
              <a:avLst/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headEnd type="non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>
              <p:custDataLst>
                <p:tags r:id="rId22"/>
              </p:custDataLst>
            </p:nvPr>
          </p:nvSpPr>
          <p:spPr>
            <a:xfrm>
              <a:off x="6904817" y="3926685"/>
              <a:ext cx="989687" cy="3508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200" dirty="0"/>
                <a:t>request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3A3965-3F1B-4147-9E6C-A5CA54DF89C4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6961226" y="4402711"/>
            <a:ext cx="3899300" cy="350865"/>
            <a:chOff x="6961226" y="4202408"/>
            <a:chExt cx="3899300" cy="350865"/>
          </a:xfrm>
        </p:grpSpPr>
        <p:cxnSp>
          <p:nvCxnSpPr>
            <p:cNvPr id="59" name="Straight Arrow Connector 58"/>
            <p:cNvCxnSpPr/>
            <p:nvPr/>
          </p:nvCxnSpPr>
          <p:spPr>
            <a:xfrm>
              <a:off x="6961226" y="4377840"/>
              <a:ext cx="275015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headEnd type="triangl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>
              <p:custDataLst>
                <p:tags r:id="rId21"/>
              </p:custDataLst>
            </p:nvPr>
          </p:nvSpPr>
          <p:spPr>
            <a:xfrm>
              <a:off x="9836704" y="4202408"/>
              <a:ext cx="1023822" cy="3508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200" dirty="0"/>
                <a:t>response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66417F-92B1-4691-A6BF-0C91CB31CD0F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6940165" y="4727885"/>
            <a:ext cx="3877668" cy="350865"/>
            <a:chOff x="6940165" y="4431791"/>
            <a:chExt cx="3877668" cy="35086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7811334" y="4611258"/>
              <a:ext cx="3006499" cy="3625"/>
            </a:xfrm>
            <a:prstGeom prst="straightConnector1">
              <a:avLst/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headEnd type="non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>
              <p:custDataLst>
                <p:tags r:id="rId20"/>
              </p:custDataLst>
            </p:nvPr>
          </p:nvSpPr>
          <p:spPr>
            <a:xfrm>
              <a:off x="6940165" y="4431791"/>
              <a:ext cx="989687" cy="3508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200" dirty="0"/>
                <a:t>request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D63058-D728-4834-BA2F-1EDBC7BDB743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6996574" y="5003616"/>
            <a:ext cx="3899300" cy="350865"/>
            <a:chOff x="6996574" y="4655260"/>
            <a:chExt cx="3899300" cy="350865"/>
          </a:xfrm>
        </p:grpSpPr>
        <p:cxnSp>
          <p:nvCxnSpPr>
            <p:cNvPr id="64" name="Straight Arrow Connector 63"/>
            <p:cNvCxnSpPr/>
            <p:nvPr/>
          </p:nvCxnSpPr>
          <p:spPr>
            <a:xfrm>
              <a:off x="6996574" y="4830692"/>
              <a:ext cx="275015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headEnd type="triangl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>
              <p:custDataLst>
                <p:tags r:id="rId19"/>
              </p:custDataLst>
            </p:nvPr>
          </p:nvSpPr>
          <p:spPr>
            <a:xfrm>
              <a:off x="9872052" y="4655260"/>
              <a:ext cx="1023822" cy="3508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200" dirty="0"/>
                <a:t>response</a:t>
              </a:r>
            </a:p>
          </p:txBody>
        </p:sp>
      </p:grpSp>
      <p:sp>
        <p:nvSpPr>
          <p:cNvPr id="53" name="TextBox 52"/>
          <p:cNvSpPr txBox="1"/>
          <p:nvPr>
            <p:custDataLst>
              <p:tags r:id="rId16"/>
            </p:custDataLst>
          </p:nvPr>
        </p:nvSpPr>
        <p:spPr>
          <a:xfrm>
            <a:off x="32062" y="1205490"/>
            <a:ext cx="1677627" cy="4339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dirty="0"/>
              <a:t>Redfish client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2EF368-261E-45DC-80D9-139DAAD3EF30}"/>
              </a:ext>
            </a:extLst>
          </p:cNvPr>
          <p:cNvSpPr/>
          <p:nvPr>
            <p:custDataLst>
              <p:tags r:id="rId17"/>
            </p:custDataLst>
          </p:nvPr>
        </p:nvSpPr>
        <p:spPr bwMode="ltGray">
          <a:xfrm>
            <a:off x="1" y="2717074"/>
            <a:ext cx="1426536" cy="30044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BE3BD9-3A55-4C1A-BD9C-0633377AFA6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746724" y="1465877"/>
            <a:ext cx="2082269" cy="4339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dirty="0"/>
              <a:t>PLDM capable device</a:t>
            </a:r>
          </a:p>
        </p:txBody>
      </p:sp>
    </p:spTree>
    <p:extLst>
      <p:ext uri="{BB962C8B-B14F-4D97-AF65-F5344CB8AC3E}">
        <p14:creationId xmlns:p14="http://schemas.microsoft.com/office/powerpoint/2010/main" val="129936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2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7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925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>
            <p:custDataLst>
              <p:tags r:id="rId1"/>
            </p:custDataLst>
          </p:nvPr>
        </p:nvGrpSpPr>
        <p:grpSpPr>
          <a:xfrm>
            <a:off x="1426536" y="4258740"/>
            <a:ext cx="4774491" cy="433965"/>
            <a:chOff x="622627" y="4208604"/>
            <a:chExt cx="6040217" cy="433965"/>
          </a:xfrm>
        </p:grpSpPr>
        <p:cxnSp>
          <p:nvCxnSpPr>
            <p:cNvPr id="51" name="Straight Arrow Connector 50"/>
            <p:cNvCxnSpPr/>
            <p:nvPr/>
          </p:nvCxnSpPr>
          <p:spPr>
            <a:xfrm flipH="1">
              <a:off x="622627" y="4550265"/>
              <a:ext cx="5744453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01A982"/>
              </a:solidFill>
              <a:prstDash val="solid"/>
              <a:miter lim="800000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>
              <p:custDataLst>
                <p:tags r:id="rId14"/>
              </p:custDataLst>
            </p:nvPr>
          </p:nvSpPr>
          <p:spPr>
            <a:xfrm>
              <a:off x="4339607" y="4208604"/>
              <a:ext cx="2323237" cy="4339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dirty="0"/>
                <a:t>HTTP response</a:t>
              </a: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81746" y="704332"/>
            <a:ext cx="11529254" cy="381000"/>
          </a:xfrm>
        </p:spPr>
        <p:txBody>
          <a:bodyPr/>
          <a:lstStyle/>
          <a:p>
            <a:r>
              <a:rPr lang="en-US" dirty="0"/>
              <a:t>Offload Redfish processing from BMC to devices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85743" y="391852"/>
            <a:ext cx="11498270" cy="401362"/>
          </a:xfrm>
        </p:spPr>
        <p:txBody>
          <a:bodyPr/>
          <a:lstStyle/>
          <a:p>
            <a:r>
              <a:rPr lang="en-US" dirty="0"/>
              <a:t>Introduction to PDLM</a:t>
            </a:r>
          </a:p>
        </p:txBody>
      </p:sp>
      <p:sp>
        <p:nvSpPr>
          <p:cNvPr id="6" name="Rounded Rectangle 5"/>
          <p:cNvSpPr/>
          <p:nvPr>
            <p:custDataLst>
              <p:tags r:id="rId4"/>
            </p:custDataLst>
          </p:nvPr>
        </p:nvSpPr>
        <p:spPr bwMode="ltGray">
          <a:xfrm>
            <a:off x="6361888" y="2323848"/>
            <a:ext cx="5639625" cy="2841929"/>
          </a:xfrm>
          <a:prstGeom prst="roundRect">
            <a:avLst/>
          </a:prstGeom>
          <a:solidFill>
            <a:srgbClr val="C6C9CA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2"/>
          <a:stretch/>
        </p:blipFill>
        <p:spPr>
          <a:xfrm>
            <a:off x="10133644" y="2625176"/>
            <a:ext cx="1831427" cy="17285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7990" y="2883786"/>
            <a:ext cx="1223080" cy="1211148"/>
          </a:xfrm>
          <a:prstGeom prst="rect">
            <a:avLst/>
          </a:prstGeom>
        </p:spPr>
      </p:pic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472094" y="2474554"/>
            <a:ext cx="1817628" cy="525238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dirty="0"/>
              <a:t>Redfish Service</a:t>
            </a:r>
          </a:p>
        </p:txBody>
      </p:sp>
      <p:sp>
        <p:nvSpPr>
          <p:cNvPr id="27" name="TextBox 26"/>
          <p:cNvSpPr txBox="1"/>
          <p:nvPr>
            <p:custDataLst>
              <p:tags r:id="rId6"/>
            </p:custDataLst>
          </p:nvPr>
        </p:nvSpPr>
        <p:spPr>
          <a:xfrm>
            <a:off x="8029116" y="3167518"/>
            <a:ext cx="2104528" cy="3785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400" dirty="0"/>
              <a:t>BEJ* over PLDM over MCTP </a:t>
            </a:r>
          </a:p>
        </p:txBody>
      </p:sp>
      <p:grpSp>
        <p:nvGrpSpPr>
          <p:cNvPr id="37" name="Group 36"/>
          <p:cNvGrpSpPr/>
          <p:nvPr>
            <p:custDataLst>
              <p:tags r:id="rId7"/>
            </p:custDataLst>
          </p:nvPr>
        </p:nvGrpSpPr>
        <p:grpSpPr>
          <a:xfrm>
            <a:off x="82655" y="2222561"/>
            <a:ext cx="6279233" cy="1522252"/>
            <a:chOff x="82654" y="1485637"/>
            <a:chExt cx="7202373" cy="1666496"/>
          </a:xfrm>
        </p:grpSpPr>
        <p:grpSp>
          <p:nvGrpSpPr>
            <p:cNvPr id="29" name="Group 28"/>
            <p:cNvGrpSpPr/>
            <p:nvPr/>
          </p:nvGrpSpPr>
          <p:grpSpPr>
            <a:xfrm>
              <a:off x="4884307" y="1485637"/>
              <a:ext cx="2015161" cy="1370134"/>
              <a:chOff x="4884307" y="1485637"/>
              <a:chExt cx="2015161" cy="1370134"/>
            </a:xfrm>
          </p:grpSpPr>
          <p:pic>
            <p:nvPicPr>
              <p:cNvPr id="30" name="Picture 29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84307" y="1969249"/>
                <a:ext cx="1879929" cy="886522"/>
              </a:xfrm>
              <a:prstGeom prst="rect">
                <a:avLst/>
              </a:prstGeom>
              <a:ln/>
            </p:spPr>
          </p:pic>
          <p:sp>
            <p:nvSpPr>
              <p:cNvPr id="31" name="TextBox 3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975206" y="1485637"/>
                <a:ext cx="1924262" cy="475086"/>
              </a:xfrm>
              <a:prstGeom prst="rect">
                <a:avLst/>
              </a:prstGeom>
              <a:noFill/>
              <a:ln w="57150">
                <a:noFill/>
                <a:miter lim="800000"/>
              </a:ln>
            </p:spPr>
            <p:txBody>
              <a:bodyPr wrap="square" lIns="91440" tIns="91440" rIns="91440" bIns="91440" rtlCol="0"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400"/>
                  </a:spcBef>
                </a:pPr>
                <a:r>
                  <a:rPr lang="en-US" dirty="0"/>
                  <a:t>Managed server</a:t>
                </a:r>
              </a:p>
            </p:txBody>
          </p:sp>
        </p:grp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2654" y="1993403"/>
              <a:ext cx="1541451" cy="835296"/>
            </a:xfrm>
            <a:prstGeom prst="rect">
              <a:avLst/>
            </a:prstGeom>
            <a:ln/>
          </p:spPr>
        </p:pic>
        <p:cxnSp>
          <p:nvCxnSpPr>
            <p:cNvPr id="33" name="Elbow Connector 32"/>
            <p:cNvCxnSpPr>
              <a:cxnSpLocks/>
              <a:stCxn id="30" idx="3"/>
              <a:endCxn id="6" idx="1"/>
            </p:cNvCxnSpPr>
            <p:nvPr/>
          </p:nvCxnSpPr>
          <p:spPr>
            <a:xfrm>
              <a:off x="6764235" y="2412511"/>
              <a:ext cx="520792" cy="739622"/>
            </a:xfrm>
            <a:prstGeom prst="bentConnector3">
              <a:avLst>
                <a:gd name="adj1" fmla="val 50000"/>
              </a:avLst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32" idx="3"/>
              <a:endCxn id="30" idx="1"/>
            </p:cNvCxnSpPr>
            <p:nvPr/>
          </p:nvCxnSpPr>
          <p:spPr>
            <a:xfrm>
              <a:off x="1624105" y="2411051"/>
              <a:ext cx="3260201" cy="1459"/>
            </a:xfrm>
            <a:prstGeom prst="straightConnector1">
              <a:avLst/>
            </a:prstGeom>
            <a:noFill/>
            <a:ln w="57150" cap="flat" cmpd="sng" algn="ctr">
              <a:solidFill>
                <a:srgbClr val="808285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>
            <p:custDataLst>
              <p:tags r:id="rId8"/>
            </p:custDataLst>
          </p:nvPr>
        </p:nvGrpSpPr>
        <p:grpSpPr>
          <a:xfrm>
            <a:off x="1414411" y="3753534"/>
            <a:ext cx="4611334" cy="433965"/>
            <a:chOff x="607126" y="3713035"/>
            <a:chExt cx="5895274" cy="433965"/>
          </a:xfrm>
        </p:grpSpPr>
        <p:cxnSp>
          <p:nvCxnSpPr>
            <p:cNvPr id="48" name="Straight Arrow Connector 47"/>
            <p:cNvCxnSpPr/>
            <p:nvPr/>
          </p:nvCxnSpPr>
          <p:spPr>
            <a:xfrm flipV="1">
              <a:off x="622627" y="4051300"/>
              <a:ext cx="5879773" cy="23218"/>
            </a:xfrm>
            <a:prstGeom prst="straightConnector1">
              <a:avLst/>
            </a:prstGeom>
            <a:noFill/>
            <a:ln w="57150" cap="flat" cmpd="sng" algn="ctr">
              <a:solidFill>
                <a:srgbClr val="01A982"/>
              </a:solidFill>
              <a:prstDash val="solid"/>
              <a:miter lim="800000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>
              <p:custDataLst>
                <p:tags r:id="rId12"/>
              </p:custDataLst>
            </p:nvPr>
          </p:nvSpPr>
          <p:spPr>
            <a:xfrm>
              <a:off x="607126" y="3713035"/>
              <a:ext cx="1926515" cy="433965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dirty="0"/>
                <a:t>HTTP request</a:t>
              </a:r>
            </a:p>
          </p:txBody>
        </p:sp>
      </p:grpSp>
      <p:cxnSp>
        <p:nvCxnSpPr>
          <p:cNvPr id="46" name="Straight Arrow Connector 45"/>
          <p:cNvCxnSpPr>
            <a:stCxn id="9" idx="3"/>
            <a:endCxn id="7" idx="1"/>
          </p:cNvCxnSpPr>
          <p:nvPr/>
        </p:nvCxnSpPr>
        <p:spPr>
          <a:xfrm>
            <a:off x="7831070" y="3489360"/>
            <a:ext cx="2302574" cy="105"/>
          </a:xfrm>
          <a:prstGeom prst="straightConnector1">
            <a:avLst/>
          </a:prstGeom>
          <a:ln w="57150">
            <a:solidFill>
              <a:srgbClr val="01A98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>
            <p:custDataLst>
              <p:tags r:id="rId9"/>
            </p:custDataLst>
          </p:nvPr>
        </p:nvSpPr>
        <p:spPr>
          <a:xfrm>
            <a:off x="6453084" y="4546180"/>
            <a:ext cx="3453540" cy="3785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400" dirty="0"/>
              <a:t>*BEJ : Binary Encoded JSON (high compression)</a:t>
            </a:r>
          </a:p>
        </p:txBody>
      </p:sp>
      <p:sp>
        <p:nvSpPr>
          <p:cNvPr id="53" name="TextBox 52"/>
          <p:cNvSpPr txBox="1"/>
          <p:nvPr>
            <p:custDataLst>
              <p:tags r:id="rId10"/>
            </p:custDataLst>
          </p:nvPr>
        </p:nvSpPr>
        <p:spPr>
          <a:xfrm>
            <a:off x="32062" y="2257912"/>
            <a:ext cx="1677627" cy="4339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dirty="0"/>
              <a:t>Redfish client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BE3BD9-3A55-4C1A-BD9C-0633377AFA6D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919244" y="2509657"/>
            <a:ext cx="2082269" cy="4339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dirty="0"/>
              <a:t>PLDM capable device</a:t>
            </a:r>
          </a:p>
        </p:txBody>
      </p:sp>
    </p:spTree>
    <p:extLst>
      <p:ext uri="{BB962C8B-B14F-4D97-AF65-F5344CB8AC3E}">
        <p14:creationId xmlns:p14="http://schemas.microsoft.com/office/powerpoint/2010/main" val="1063659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14&quot;/&gt;&lt;lineCharCount val=&quot;18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0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7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8&quot;/&gt;&lt;/TableIndex&gt;&lt;/ShapeTextInfo&gt;"/>
  <p:tag name="HTML_SHAPEINFO" val="&lt;ThreeDShapeInfo&gt;&lt;uuid val=&quot;{DA044326-6C82-417D-A66C-1CC0C1530029}&quot;/&gt;&lt;isInvalidForFieldText val=&quot;0&quot;/&gt;&lt;Image&gt;&lt;filename val=&quot;C:\Users\DonzeF\AppData\Local\Temp\CP2382486652171Session\CPTrustFolder2382486652171\PPTImport2382497350250\data\asimages\{DA044326-6C82-417D-A66C-1CC0C1530029}_7.png&quot;/&gt;&lt;left val=&quot;850&quot;/&gt;&lt;top val=&quot;664&quot;/&gt;&lt;width val=&quot;394&quot;/&gt;&lt;height val=&quot;35&quot;/&gt;&lt;hasText val=&quot;1&quot;/&gt;&lt;/Image&gt;&lt;/ThreeDShape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DDCF8525-580E-4E29-9093-42F01B73E09B}&quot;/&gt;&lt;isInvalidForFieldText val=&quot;0&quot;/&gt;&lt;Image&gt;&lt;filename val=&quot;C:\Users\DonzeF\AppData\Local\Temp\CP2382486652171Session\CPTrustFolder2382486652171\PPTImport2382497350250\data\asimages\{DDCF8525-580E-4E29-9093-42F01B73E09B}_2.png&quot;/&gt;&lt;left val=&quot;452&quot;/&gt;&lt;top val=&quot;546&quot;/&gt;&lt;width val=&quot;199&quot;/&gt;&lt;height val=&quot;52&quot;/&gt;&lt;hasText val=&quot;1&quot;/&gt;&lt;/Image&gt;&lt;/ThreeDShape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6&quot;/&gt;&lt;/TableIndex&gt;&lt;/ShapeTextInfo&gt;"/>
  <p:tag name="HTML_SHAPEINFO" val="&lt;ThreeDShapeInfo&gt;&lt;uuid val=&quot;{A4A89DFA-E6C5-4395-91BB-98D8A7ABEFC3}&quot;/&gt;&lt;isInvalidForFieldText val=&quot;0&quot;/&gt;&lt;Image&gt;&lt;filename val=&quot;C:\Users\DonzeF\AppData\Local\Temp\CP2382486652171Session\CPTrustFolder2382486652171\PPTImport2382497350250\data\asimages\{A4A89DFA-E6C5-4395-91BB-98D8A7ABEFC3}_2.png&quot;/&gt;&lt;left val=&quot;18&quot;/&gt;&lt;top val=&quot;62&quot;/&gt;&lt;width val=&quot;1221&quot;/&gt;&lt;height val=&quot;68&quot;/&gt;&lt;hasText val=&quot;1&quot;/&gt;&lt;/Image&gt;&lt;/ThreeDShape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9&quot;/&gt;&lt;/TableIndex&gt;&lt;/ShapeTextInfo&gt;"/>
  <p:tag name="HTML_SHAPEINFO" val="&lt;ThreeDShapeInfo&gt;&lt;uuid val=&quot;{E6BCB436-9206-47F6-A39A-5FBF0EE8E9F2}&quot;/&gt;&lt;isInvalidForFieldText val=&quot;0&quot;/&gt;&lt;Image&gt;&lt;filename val=&quot;C:\Users\DonzeF\AppData\Local\Temp\CP2382486652171Session\CPTrustFolder2382486652171\PPTImport2382497350250\data\asimages\{E6BCB436-9206-47F6-A39A-5FBF0EE8E9F2}_2.png&quot;/&gt;&lt;left val=&quot;16&quot;/&gt;&lt;top val=&quot;25&quot;/&gt;&lt;width val=&quot;1221&quot;/&gt;&lt;height val=&quot;80&quot;/&gt;&lt;hasText val=&quot;1&quot;/&gt;&lt;/Image&gt;&lt;/ThreeDShape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  <p:tag name="HTML_SHAPEINFO" val="&lt;ThreeDShapeInfo&gt;&lt;uuid val=&quot;{DE9F36A3-251B-427B-BE74-D46BDA041B33}&quot;/&gt;&lt;isInvalidForFieldText val=&quot;0&quot;/&gt;&lt;Image&gt;&lt;filename val=&quot;C:\Users\DonzeF\AppData\Local\Temp\CP2382486652171Session\CPTrustFolder2382486652171\PPTImport2382497350250\data\asimages\{DE9F36A3-251B-427B-BE74-D46BDA041B33}_2.png&quot;/&gt;&lt;left val=&quot;673&quot;/&gt;&lt;top val=&quot;148&quot;/&gt;&lt;width val=&quot;197&quot;/&gt;&lt;height val=&quot;57&quot;/&gt;&lt;hasText val=&quot;1&quot;/&gt;&lt;/Image&gt;&lt;/ThreeDShape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5&quot;/&gt;&lt;/TableIndex&gt;&lt;/ShapeTextInfo&gt;"/>
  <p:tag name="HTML_SHAPEINFO" val="&lt;ThreeDShapeInfo&gt;&lt;uuid val=&quot;{FC6B4943-51F2-4433-BA78-89253B263693}&quot;/&gt;&lt;isInvalidForFieldText val=&quot;0&quot;/&gt;&lt;Image&gt;&lt;filename val=&quot;C:\Users\DonzeF\AppData\Local\Temp\CP2382486652171Session\CPTrustFolder2382486652171\PPTImport2382497350250\data\asimages\{FC6B4943-51F2-4433-BA78-89253B263693}_2.png&quot;/&gt;&lt;left val=&quot;850&quot;/&gt;&lt;top val=&quot;222&quot;/&gt;&lt;width val=&quot;181&quot;/&gt;&lt;height val=&quot;36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5064BED8-8286-4DDB-8649-D6C7AEA90B5B}&quot;/&gt;&lt;isInvalidForFieldText val=&quot;0&quot;/&gt;&lt;Image&gt;&lt;filename val=&quot;C:\Users\DonzeF\AppData\Local\Temp\CP2382486652171Session\CPTrustFolder2382486652171\PPTImport2382497350250\data\asimages\{5064BED8-8286-4DDB-8649-D6C7AEA90B5B}_2.png&quot;/&gt;&lt;left val=&quot;7&quot;/&gt;&lt;top val=&quot;122&quot;/&gt;&lt;width val=&quot;661&quot;/&gt;&lt;height val=&quot;276&quot;/&gt;&lt;hasText val=&quot;1&quot;/&gt;&lt;/Image&gt;&lt;/ThreeDShape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B08742EC-220C-4012-8E27-419C98D295A8}&quot;/&gt;&lt;isInvalidForFieldText val=&quot;0&quot;/&gt;&lt;Image&gt;&lt;filename val=&quot;C:\Users\DonzeF\AppData\Local\Temp\CP2382486652171Session\CPTrustFolder2382486652171\PPTImport2382497350250\data\asimages\{B08742EC-220C-4012-8E27-419C98D295A8}_2.png&quot;/&gt;&lt;left val=&quot;142&quot;/&gt;&lt;top val=&quot;331&quot;/&gt;&lt;width val=&quot;490&quot;/&gt;&lt;height val=&quot;52&quot;/&gt;&lt;hasText val=&quot;1&quot;/&gt;&lt;/Image&gt;&lt;/ThreeDShape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5&quot;/&gt;&lt;/TableIndex&gt;&lt;/ShapeTextInfo&gt;"/>
  <p:tag name="HTML_SHAPEINFO" val="&lt;ThreeDShapeInfo&gt;&lt;uuid val=&quot;{4BD0A55E-0821-4996-B1AA-8C54AA388F53}&quot;/&gt;&lt;isInvalidForFieldText val=&quot;0&quot;/&gt;&lt;Image&gt;&lt;filename val=&quot;C:\Users\DonzeF\AppData\Local\Temp\CP2382486652171Session\CPTrustFolder2382486652171\PPTImport2382497350250\data\asimages\{4BD0A55E-0821-4996-B1AA-8C54AA388F53}_2.png&quot;/&gt;&lt;left val=&quot;738&quot;/&gt;&lt;top val=&quot;622&quot;/&gt;&lt;width val=&quot;364&quot;/&gt;&lt;height val=&quot;38&quot;/&gt;&lt;hasText val=&quot;1&quot;/&gt;&lt;/Image&gt;&lt;/ThreeDShape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D3310BB7-CB50-457F-975C-AD7648A1048B}&quot;/&gt;&lt;isInvalidForFieldText val=&quot;0&quot;/&gt;&lt;Image&gt;&lt;filename val=&quot;C:\Users\DonzeF\AppData\Local\Temp\CP2382486652171Session\CPTrustFolder2382486652171\PPTImport2382497350250\data\asimages\{D3310BB7-CB50-457F-975C-AD7648A1048B}_2.png&quot;/&gt;&lt;left val=&quot;723&quot;/&gt;&lt;top val=&quot;368&quot;/&gt;&lt;width val=&quot;408&quot;/&gt;&lt;height val=&quot;38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A0887B92-684F-4749-BE83-45EBB7B491F1}&quot;/&gt;&lt;isInvalidForFieldText val=&quot;0&quot;/&gt;&lt;Image&gt;&lt;filename val=&quot;C:\Users\DonzeF\AppData\Local\Temp\CP2382486652171Session\CPTrustFolder2382486652171\PPTImport2382497350250\data\asimages\{A0887B92-684F-4749-BE83-45EBB7B491F1}_2.png&quot;/&gt;&lt;left val=&quot;1031&quot;/&gt;&lt;top val=&quot;405&quot;/&gt;&lt;width val=&quot;109&quot;/&gt;&lt;height val=&quot;38&quot;/&gt;&lt;hasText val=&quot;1&quot;/&gt;&lt;/Image&gt;&lt;/ThreeDShape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B4EDD5C9-8628-44F5-8D94-D9FC258DEB31}&quot;/&gt;&lt;isInvalidForFieldText val=&quot;0&quot;/&gt;&lt;Image&gt;&lt;filename val=&quot;C:\Users\DonzeF\AppData\Local\Temp\CP2382486652171Session\CPTrustFolder2382486652171\PPTImport2382497350250\data\asimages\{B4EDD5C9-8628-44F5-8D94-D9FC258DEB31}_2.png&quot;/&gt;&lt;left val=&quot;723&quot;/&gt;&lt;top val=&quot;426&quot;/&gt;&lt;width val=&quot;408&quot;/&gt;&lt;height val=&quot;38&quot;/&gt;&lt;hasText val=&quot;1&quot;/&gt;&lt;/Image&gt;&lt;/ThreeDShape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94E049AD-CCFF-4E23-BADB-52094D575776}&quot;/&gt;&lt;isInvalidForFieldText val=&quot;0&quot;/&gt;&lt;Image&gt;&lt;filename val=&quot;C:\Users\DonzeF\AppData\Local\Temp\CP2382486652171Session\CPTrustFolder2382486652171\PPTImport2382497350250\data\asimages\{94E049AD-CCFF-4E23-BADB-52094D575776}_2.png&quot;/&gt;&lt;left val=&quot;1031&quot;/&gt;&lt;top val=&quot;461&quot;/&gt;&lt;width val=&quot;109&quot;/&gt;&lt;height val=&quot;38&quot;/&gt;&lt;hasText val=&quot;1&quot;/&gt;&lt;/Image&gt;&lt;/ThreeDShape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B4EB2341-002F-4A37-97A8-0A3AC4EC08ED}&quot;/&gt;&lt;isInvalidForFieldText val=&quot;0&quot;/&gt;&lt;Image&gt;&lt;filename val=&quot;C:\Users\DonzeF\AppData\Local\Temp\CP2382486652171Session\CPTrustFolder2382486652171\PPTImport2382497350250\data\asimages\{B4EB2341-002F-4A37-97A8-0A3AC4EC08ED}_2.png&quot;/&gt;&lt;left val=&quot;727&quot;/&gt;&lt;top val=&quot;495&quot;/&gt;&lt;width val=&quot;409&quot;/&gt;&lt;height val=&quot;38&quot;/&gt;&lt;hasText val=&quot;1&quot;/&gt;&lt;/Image&gt;&lt;/ThreeDShape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30AFDC44-F668-4454-89D1-99F09D7FB705}&quot;/&gt;&lt;isInvalidForFieldText val=&quot;0&quot;/&gt;&lt;Image&gt;&lt;filename val=&quot;C:\Users\DonzeF\AppData\Local\Temp\CP2382486652171Session\CPTrustFolder2382486652171\PPTImport2382497350250\data\asimages\{30AFDC44-F668-4454-89D1-99F09D7FB705}_2.png&quot;/&gt;&lt;left val=&quot;1035&quot;/&gt;&lt;top val=&quot;524&quot;/&gt;&lt;width val=&quot;109&quot;/&gt;&lt;height val=&quot;38&quot;/&gt;&lt;hasText val=&quot;1&quot;/&gt;&lt;/Image&gt;&lt;/ThreeDShape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D6DD35FA-0F85-4023-B25E-06DF764BBEC3}&quot;/&gt;&lt;isInvalidForFieldText val=&quot;0&quot;/&gt;&lt;Image&gt;&lt;filename val=&quot;C:\Users\DonzeF\AppData\Local\Temp\CP2382486652171Session\CPTrustFolder2382486652171\PPTImport2382497350250\data\asimages\{D6DD35FA-0F85-4023-B25E-06DF764BBEC3}_2.png&quot;/&gt;&lt;left val=&quot;-2&quot;/&gt;&lt;top val=&quot;125&quot;/&gt;&lt;width val=&quot;182&quot;/&gt;&lt;height val=&quot;52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  <p:tag name="HTML_SHAPEINFO" val="&lt;ThreeDShapeInfo&gt;&lt;uuid val=&quot;{560F5ACB-BE04-48DF-A8C1-04B599DFAC87}&quot;/&gt;&lt;isInvalidForFieldText val=&quot;0&quot;/&gt;&lt;Image&gt;&lt;filename val=&quot;C:\Users\DonzeF\AppData\Local\Temp\CP2382486652171Session\CPTrustFolder2382486652171\PPTImport2382497350250\data\asimages\{560F5ACB-BE04-48DF-A8C1-04B599DFAC87}_2.png&quot;/&gt;&lt;left val=&quot;1028&quot;/&gt;&lt;top val=&quot;152&quot;/&gt;&lt;width val=&quot;214&quot;/&gt;&lt;height val=&quot;52&quot;/&gt;&lt;hasText val=&quot;1&quot;/&gt;&lt;/Image&gt;&lt;/ThreeDShape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DDCF8525-580E-4E29-9093-42F01B73E09B}&quot;/&gt;&lt;isInvalidForFieldText val=&quot;0&quot;/&gt;&lt;Image&gt;&lt;filename val=&quot;C:\Users\DonzeF\AppData\Local\Temp\CP2382486652171Session\CPTrustFolder2382486652171\PPTImport2382497350250\data\asimages\{DDCF8525-580E-4E29-9093-42F01B73E09B}_2.png&quot;/&gt;&lt;left val=&quot;452&quot;/&gt;&lt;top val=&quot;546&quot;/&gt;&lt;width val=&quot;199&quot;/&gt;&lt;height val=&quot;52&quot;/&gt;&lt;hasText val=&quot;1&quot;/&gt;&lt;/Image&gt;&lt;/ThreeDShape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6&quot;/&gt;&lt;/TableIndex&gt;&lt;/ShapeTextInfo&gt;"/>
  <p:tag name="HTML_SHAPEINFO" val="&lt;ThreeDShapeInfo&gt;&lt;uuid val=&quot;{A4A89DFA-E6C5-4395-91BB-98D8A7ABEFC3}&quot;/&gt;&lt;isInvalidForFieldText val=&quot;0&quot;/&gt;&lt;Image&gt;&lt;filename val=&quot;C:\Users\DonzeF\AppData\Local\Temp\CP2382486652171Session\CPTrustFolder2382486652171\PPTImport2382497350250\data\asimages\{A4A89DFA-E6C5-4395-91BB-98D8A7ABEFC3}_2.png&quot;/&gt;&lt;left val=&quot;18&quot;/&gt;&lt;top val=&quot;62&quot;/&gt;&lt;width val=&quot;1221&quot;/&gt;&lt;height val=&quot;68&quot;/&gt;&lt;hasText val=&quot;1&quot;/&gt;&lt;/Image&gt;&lt;/ThreeDShape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9&quot;/&gt;&lt;/TableIndex&gt;&lt;/ShapeTextInfo&gt;"/>
  <p:tag name="HTML_SHAPEINFO" val="&lt;ThreeDShapeInfo&gt;&lt;uuid val=&quot;{E6BCB436-9206-47F6-A39A-5FBF0EE8E9F2}&quot;/&gt;&lt;isInvalidForFieldText val=&quot;0&quot;/&gt;&lt;Image&gt;&lt;filename val=&quot;C:\Users\DonzeF\AppData\Local\Temp\CP2382486652171Session\CPTrustFolder2382486652171\PPTImport2382497350250\data\asimages\{E6BCB436-9206-47F6-A39A-5FBF0EE8E9F2}_2.png&quot;/&gt;&lt;left val=&quot;16&quot;/&gt;&lt;top val=&quot;25&quot;/&gt;&lt;width val=&quot;1221&quot;/&gt;&lt;height val=&quot;80&quot;/&gt;&lt;hasText val=&quot;1&quot;/&gt;&lt;/Image&gt;&lt;/ThreeDShape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  <p:tag name="HTML_SHAPEINFO" val="&lt;ThreeDShapeInfo&gt;&lt;uuid val=&quot;{DE9F36A3-251B-427B-BE74-D46BDA041B33}&quot;/&gt;&lt;isInvalidForFieldText val=&quot;0&quot;/&gt;&lt;Image&gt;&lt;filename val=&quot;C:\Users\DonzeF\AppData\Local\Temp\CP2382486652171Session\CPTrustFolder2382486652171\PPTImport2382497350250\data\asimages\{DE9F36A3-251B-427B-BE74-D46BDA041B33}_2.png&quot;/&gt;&lt;left val=&quot;673&quot;/&gt;&lt;top val=&quot;148&quot;/&gt;&lt;width val=&quot;197&quot;/&gt;&lt;height val=&quot;57&quot;/&gt;&lt;hasText val=&quot;1&quot;/&gt;&lt;/Image&gt;&lt;/ThreeDShape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5&quot;/&gt;&lt;/TableIndex&gt;&lt;/ShapeTextInfo&gt;"/>
  <p:tag name="HTML_SHAPEINFO" val="&lt;ThreeDShapeInfo&gt;&lt;uuid val=&quot;{FC6B4943-51F2-4433-BA78-89253B263693}&quot;/&gt;&lt;isInvalidForFieldText val=&quot;0&quot;/&gt;&lt;Image&gt;&lt;filename val=&quot;C:\Users\DonzeF\AppData\Local\Temp\CP2382486652171Session\CPTrustFolder2382486652171\PPTImport2382497350250\data\asimages\{FC6B4943-51F2-4433-BA78-89253B263693}_2.png&quot;/&gt;&lt;left val=&quot;850&quot;/&gt;&lt;top val=&quot;222&quot;/&gt;&lt;width val=&quot;181&quot;/&gt;&lt;height val=&quot;36&quot;/&gt;&lt;hasText val=&quot;1&quot;/&gt;&lt;/Image&gt;&lt;/ThreeDShape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5064BED8-8286-4DDB-8649-D6C7AEA90B5B}&quot;/&gt;&lt;isInvalidForFieldText val=&quot;0&quot;/&gt;&lt;Image&gt;&lt;filename val=&quot;C:\Users\DonzeF\AppData\Local\Temp\CP2382486652171Session\CPTrustFolder2382486652171\PPTImport2382497350250\data\asimages\{5064BED8-8286-4DDB-8649-D6C7AEA90B5B}_2.png&quot;/&gt;&lt;left val=&quot;7&quot;/&gt;&lt;top val=&quot;122&quot;/&gt;&lt;width val=&quot;661&quot;/&gt;&lt;height val=&quot;276&quot;/&gt;&lt;hasText val=&quot;1&quot;/&gt;&lt;/Image&gt;&lt;/ThreeDShape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{B08742EC-220C-4012-8E27-419C98D295A8}&quot;/&gt;&lt;isInvalidForFieldText val=&quot;0&quot;/&gt;&lt;Image&gt;&lt;filename val=&quot;C:\Users\DonzeF\AppData\Local\Temp\CP2382486652171Session\CPTrustFolder2382486652171\PPTImport2382497350250\data\asimages\{B08742EC-220C-4012-8E27-419C98D295A8}_2.png&quot;/&gt;&lt;left val=&quot;142&quot;/&gt;&lt;top val=&quot;331&quot;/&gt;&lt;width val=&quot;490&quot;/&gt;&lt;height val=&quot;52&quot;/&gt;&lt;hasText val=&quot;1&quot;/&gt;&lt;/Image&gt;&lt;/ThreeDShape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5&quot;/&gt;&lt;/TableIndex&gt;&lt;/ShapeTextInfo&gt;"/>
  <p:tag name="HTML_SHAPEINFO" val="&lt;ThreeDShapeInfo&gt;&lt;uuid val=&quot;{4BD0A55E-0821-4996-B1AA-8C54AA388F53}&quot;/&gt;&lt;isInvalidForFieldText val=&quot;0&quot;/&gt;&lt;Image&gt;&lt;filename val=&quot;C:\Users\DonzeF\AppData\Local\Temp\CP2382486652171Session\CPTrustFolder2382486652171\PPTImport2382497350250\data\asimages\{4BD0A55E-0821-4996-B1AA-8C54AA388F53}_2.png&quot;/&gt;&lt;left val=&quot;738&quot;/&gt;&lt;top val=&quot;622&quot;/&gt;&lt;width val=&quot;364&quot;/&gt;&lt;height val=&quot;38&quot;/&gt;&lt;hasText val=&quot;1&quot;/&gt;&lt;/Image&gt;&lt;/ThreeDShape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D6DD35FA-0F85-4023-B25E-06DF764BBEC3}&quot;/&gt;&lt;isInvalidForFieldText val=&quot;0&quot;/&gt;&lt;Image&gt;&lt;filename val=&quot;C:\Users\DonzeF\AppData\Local\Temp\CP2382486652171Session\CPTrustFolder2382486652171\PPTImport2382497350250\data\asimages\{D6DD35FA-0F85-4023-B25E-06DF764BBEC3}_2.png&quot;/&gt;&lt;left val=&quot;-2&quot;/&gt;&lt;top val=&quot;125&quot;/&gt;&lt;width val=&quot;182&quot;/&gt;&lt;height val=&quot;52&quot;/&gt;&lt;hasText val=&quot;1&quot;/&gt;&lt;/Image&gt;&lt;/ThreeDShape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  <p:tag name="HTML_SHAPEINFO" val="&lt;ThreeDShapeInfo&gt;&lt;uuid val=&quot;{560F5ACB-BE04-48DF-A8C1-04B599DFAC87}&quot;/&gt;&lt;isInvalidForFieldText val=&quot;0&quot;/&gt;&lt;Image&gt;&lt;filename val=&quot;C:\Users\DonzeF\AppData\Local\Temp\CP2382486652171Session\CPTrustFolder2382486652171\PPTImport2382497350250\data\asimages\{560F5ACB-BE04-48DF-A8C1-04B599DFAC87}_2.png&quot;/&gt;&lt;left val=&quot;1028&quot;/&gt;&lt;top val=&quot;152&quot;/&gt;&lt;width val=&quot;214&quot;/&gt;&lt;height val=&quot;52&quot;/&gt;&lt;hasText val=&quot;1&quot;/&gt;&lt;/Image&gt;&lt;/ThreeDShape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heme/theme1.xml><?xml version="1.0" encoding="utf-8"?>
<a:theme xmlns:a="http://schemas.openxmlformats.org/drawingml/2006/main" name="HPE Standard 16x9 White Template">
  <a:themeElements>
    <a:clrScheme name="HPE">
      <a:dk1>
        <a:sysClr val="windowText" lastClr="000000"/>
      </a:dk1>
      <a:lt1>
        <a:sysClr val="window" lastClr="FFFFFF"/>
      </a:lt1>
      <a:dk2>
        <a:srgbClr val="C6C6C2"/>
      </a:dk2>
      <a:lt2>
        <a:srgbClr val="787871"/>
      </a:lt2>
      <a:accent1>
        <a:srgbClr val="0D5265"/>
      </a:accent1>
      <a:accent2>
        <a:srgbClr val="7FF9E2"/>
      </a:accent2>
      <a:accent3>
        <a:srgbClr val="7630EA"/>
      </a:accent3>
      <a:accent4>
        <a:srgbClr val="C140FF"/>
      </a:accent4>
      <a:accent5>
        <a:srgbClr val="FF8300"/>
      </a:accent5>
      <a:accent6>
        <a:srgbClr val="FEC901"/>
      </a:accent6>
      <a:hlink>
        <a:srgbClr val="000000"/>
      </a:hlink>
      <a:folHlink>
        <a:srgbClr val="000000"/>
      </a:folHlink>
    </a:clrScheme>
    <a:fontScheme name="MetricHPE">
      <a:majorFont>
        <a:latin typeface="MetricHPE"/>
        <a:ea typeface=""/>
        <a:cs typeface=""/>
      </a:majorFont>
      <a:minorFont>
        <a:latin typeface="MetricH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noFill/>
        <a:ln w="57150">
          <a:solidFill>
            <a:schemeClr val="accent1"/>
          </a:solidFill>
        </a:ln>
      </a:spPr>
      <a:bodyPr tIns="91440" bIns="9144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57150">
          <a:noFill/>
          <a:miter lim="800000"/>
        </a:ln>
      </a:spPr>
      <a:bodyPr wrap="square" lIns="90000" tIns="90000" rIns="90000" bIns="90000" rtlCol="0" anchor="ctr" anchorCtr="0">
        <a:noAutofit/>
      </a:bodyPr>
      <a:lstStyle>
        <a:defPPr marL="0" indent="0" algn="ctr">
          <a:lnSpc>
            <a:spcPct val="90000"/>
          </a:lnSpc>
          <a:spcBef>
            <a:spcPts val="400"/>
          </a:spcBef>
          <a:buFont typeface="MetricHPE" panose="020B0503030202060203" pitchFamily="34" charset="0"/>
          <a:buNone/>
          <a:defRPr dirty="0" err="1" smtClean="0"/>
        </a:defPPr>
      </a:lstStyle>
    </a:txDef>
  </a:objectDefaults>
  <a:extraClrSchemeLst/>
  <a:custClrLst>
    <a:custClr name="HPE Green">
      <a:srgbClr val="01A982"/>
    </a:custClr>
    <a:custClr name="Medium Blue">
      <a:srgbClr val="32DAC8"/>
    </a:custClr>
    <a:custClr name="Light Gray">
      <a:srgbClr val="C6C9CA"/>
    </a:custClr>
    <a:custClr name="Dark Gray">
      <a:srgbClr val="808285"/>
    </a:custClr>
  </a:custClrLst>
  <a:extLst>
    <a:ext uri="{05A4C25C-085E-4340-85A3-A5531E510DB2}">
      <thm15:themeFamily xmlns:thm15="http://schemas.microsoft.com/office/thememl/2012/main" name="HPE Standard 16x9 White Template" id="{95AD0B46-8996-43D6-A757-ECCCFC03F9B8}" vid="{83FBB3FB-0FD9-4489-83E5-958E13ED0952}"/>
    </a:ext>
  </a:extLst>
</a:theme>
</file>

<file path=ppt/theme/theme2.xml><?xml version="1.0" encoding="utf-8"?>
<a:theme xmlns:a="http://schemas.openxmlformats.org/drawingml/2006/main" name="Office Theme">
  <a:themeElements>
    <a:clrScheme name="HPE Spring 2019">
      <a:dk1>
        <a:sysClr val="windowText" lastClr="000000"/>
      </a:dk1>
      <a:lt1>
        <a:sysClr val="window" lastClr="FFFFFF"/>
      </a:lt1>
      <a:dk2>
        <a:srgbClr val="C6C6C2"/>
      </a:dk2>
      <a:lt2>
        <a:srgbClr val="787871"/>
      </a:lt2>
      <a:accent1>
        <a:srgbClr val="0D5265"/>
      </a:accent1>
      <a:accent2>
        <a:srgbClr val="7FF9E2"/>
      </a:accent2>
      <a:accent3>
        <a:srgbClr val="7630EA"/>
      </a:accent3>
      <a:accent4>
        <a:srgbClr val="C140FF"/>
      </a:accent4>
      <a:accent5>
        <a:srgbClr val="FF8300"/>
      </a:accent5>
      <a:accent6>
        <a:srgbClr val="FEC901"/>
      </a:accent6>
      <a:hlink>
        <a:srgbClr val="01A982"/>
      </a:hlink>
      <a:folHlink>
        <a:srgbClr val="01A982"/>
      </a:folHlink>
    </a:clrScheme>
    <a:fontScheme name="HPE Standard">
      <a:majorFont>
        <a:latin typeface="MetricHPE"/>
        <a:ea typeface=""/>
        <a:cs typeface=""/>
      </a:majorFont>
      <a:minorFont>
        <a:latin typeface="MetricH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9050">
          <a:solidFill>
            <a:schemeClr val="accent1"/>
          </a:solidFill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HPE Green">
      <a:srgbClr val="01A982"/>
    </a:custClr>
    <a:custClr name="Medium Blue">
      <a:srgbClr val="32DAC8"/>
    </a:custClr>
    <a:custClr name="Light Gray">
      <a:srgbClr val="C6C9CA"/>
    </a:custClr>
    <a:custClr name="Dark Gray">
      <a:srgbClr val="808285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PE Spring 2019">
      <a:dk1>
        <a:sysClr val="windowText" lastClr="000000"/>
      </a:dk1>
      <a:lt1>
        <a:sysClr val="window" lastClr="FFFFFF"/>
      </a:lt1>
      <a:dk2>
        <a:srgbClr val="C6C6C2"/>
      </a:dk2>
      <a:lt2>
        <a:srgbClr val="787871"/>
      </a:lt2>
      <a:accent1>
        <a:srgbClr val="0D5265"/>
      </a:accent1>
      <a:accent2>
        <a:srgbClr val="7FF9E2"/>
      </a:accent2>
      <a:accent3>
        <a:srgbClr val="7630EA"/>
      </a:accent3>
      <a:accent4>
        <a:srgbClr val="C140FF"/>
      </a:accent4>
      <a:accent5>
        <a:srgbClr val="FF8300"/>
      </a:accent5>
      <a:accent6>
        <a:srgbClr val="FEC901"/>
      </a:accent6>
      <a:hlink>
        <a:srgbClr val="01A982"/>
      </a:hlink>
      <a:folHlink>
        <a:srgbClr val="01A982"/>
      </a:folHlink>
    </a:clrScheme>
    <a:fontScheme name="HPE Standard">
      <a:majorFont>
        <a:latin typeface="MetricHPE"/>
        <a:ea typeface=""/>
        <a:cs typeface=""/>
      </a:majorFont>
      <a:minorFont>
        <a:latin typeface="MetricH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9050">
          <a:solidFill>
            <a:schemeClr val="accent1"/>
          </a:solidFill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HPE Green">
      <a:srgbClr val="01A982"/>
    </a:custClr>
    <a:custClr name="Medium Blue">
      <a:srgbClr val="32DAC8"/>
    </a:custClr>
    <a:custClr name="Light Gray">
      <a:srgbClr val="C6C9CA"/>
    </a:custClr>
    <a:custClr name="Dark Gray">
      <a:srgbClr val="808285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hpe-standard-16x9-white-template-1657872101277</Template>
  <TotalTime>1356</TotalTime>
  <Words>239</Words>
  <Application>Microsoft Office PowerPoint</Application>
  <PresentationFormat>Widescreen</PresentationFormat>
  <Paragraphs>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MetricHPE</vt:lpstr>
      <vt:lpstr>MetricHPE Black</vt:lpstr>
      <vt:lpstr>HPE Standard 16x9 White Template</vt:lpstr>
      <vt:lpstr>Introduction to PDLM</vt:lpstr>
      <vt:lpstr>Introduction to PDLM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sample title slide</dc:title>
  <dc:creator>Donze, Francois</dc:creator>
  <cp:lastModifiedBy>Donze, Francois</cp:lastModifiedBy>
  <cp:revision>119</cp:revision>
  <dcterms:created xsi:type="dcterms:W3CDTF">2022-08-03T12:44:58Z</dcterms:created>
  <dcterms:modified xsi:type="dcterms:W3CDTF">2024-01-08T11:31:56Z</dcterms:modified>
</cp:coreProperties>
</file>